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iKjZ/WM4fW7kcoyR6Vway5ns3A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idx="2" type="pic"/>
          </p:nvPr>
        </p:nvSpPr>
        <p:spPr>
          <a:xfrm>
            <a:off x="1792288" y="612775"/>
            <a:ext cx="5486400" cy="4114800"/>
          </a:xfrm>
          <a:prstGeom prst="rect">
            <a:avLst/>
          </a:prstGeom>
          <a:noFill/>
          <a:ln>
            <a:noFill/>
          </a:ln>
        </p:spPr>
      </p:sp>
      <p:sp>
        <p:nvSpPr>
          <p:cNvPr id="64" name="Google Shape;64;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hyperlink" Target="https://github.com/nrocha02/2025_MA_CAPSTONE_704D_GRUPO_2" TargetMode="External"/><Relationship Id="rId6" Type="http://schemas.openxmlformats.org/officeDocument/2006/relationships/hyperlink" Target="https://cordillera-pets-ecommerce.atlassian.net/jira/software/projects/SCRUM/boards/1/backlog?atlOrigin=eyJpIjoiOWU2ODlmNzg2ZTk3NGY2YzgyNmVhYjNkMDU2OTI5MWQiLCJwIjoiaiJ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5C69F5"/>
            </a:gs>
          </a:gsLst>
          <a:lin ang="2700000" scaled="0"/>
        </a:gradFill>
      </p:bgPr>
    </p:bg>
    <p:spTree>
      <p:nvGrpSpPr>
        <p:cNvPr id="83" name="Shape 83"/>
        <p:cNvGrpSpPr/>
        <p:nvPr/>
      </p:nvGrpSpPr>
      <p:grpSpPr>
        <a:xfrm>
          <a:off x="0" y="0"/>
          <a:ext cx="0" cy="0"/>
          <a:chOff x="0" y="0"/>
          <a:chExt cx="0" cy="0"/>
        </a:xfrm>
      </p:grpSpPr>
      <p:sp>
        <p:nvSpPr>
          <p:cNvPr id="84" name="Google Shape;84;p1"/>
          <p:cNvSpPr/>
          <p:nvPr/>
        </p:nvSpPr>
        <p:spPr>
          <a:xfrm>
            <a:off x="-1103384" y="-1675084"/>
            <a:ext cx="6000534" cy="3567590"/>
          </a:xfrm>
          <a:custGeom>
            <a:rect b="b" l="l" r="r" t="t"/>
            <a:pathLst>
              <a:path extrusionOk="0" h="3567590" w="6000534">
                <a:moveTo>
                  <a:pt x="0" y="0"/>
                </a:moveTo>
                <a:lnTo>
                  <a:pt x="6000534" y="0"/>
                </a:lnTo>
                <a:lnTo>
                  <a:pt x="6000534" y="3567591"/>
                </a:lnTo>
                <a:lnTo>
                  <a:pt x="0" y="3567591"/>
                </a:lnTo>
                <a:lnTo>
                  <a:pt x="0" y="0"/>
                </a:lnTo>
                <a:close/>
              </a:path>
            </a:pathLst>
          </a:custGeom>
          <a:blipFill rotWithShape="1">
            <a:blip r:embed="rId3">
              <a:alphaModFix/>
            </a:blip>
            <a:stretch>
              <a:fillRect b="0" l="0" r="0" t="0"/>
            </a:stretch>
          </a:blipFill>
          <a:ln>
            <a:noFill/>
          </a:ln>
        </p:spPr>
      </p:sp>
      <p:sp>
        <p:nvSpPr>
          <p:cNvPr id="85" name="Google Shape;85;p1"/>
          <p:cNvSpPr/>
          <p:nvPr/>
        </p:nvSpPr>
        <p:spPr>
          <a:xfrm rot="10800000">
            <a:off x="12542441" y="8591206"/>
            <a:ext cx="6000534" cy="3567590"/>
          </a:xfrm>
          <a:custGeom>
            <a:rect b="b" l="l" r="r" t="t"/>
            <a:pathLst>
              <a:path extrusionOk="0" h="3567590" w="6000534">
                <a:moveTo>
                  <a:pt x="0" y="0"/>
                </a:moveTo>
                <a:lnTo>
                  <a:pt x="6000534" y="0"/>
                </a:lnTo>
                <a:lnTo>
                  <a:pt x="6000534" y="3567590"/>
                </a:lnTo>
                <a:lnTo>
                  <a:pt x="0" y="3567590"/>
                </a:lnTo>
                <a:lnTo>
                  <a:pt x="0" y="0"/>
                </a:lnTo>
                <a:close/>
              </a:path>
            </a:pathLst>
          </a:custGeom>
          <a:blipFill rotWithShape="1">
            <a:blip r:embed="rId3">
              <a:alphaModFix/>
            </a:blip>
            <a:stretch>
              <a:fillRect b="0" l="0" r="0" t="0"/>
            </a:stretch>
          </a:blipFill>
          <a:ln>
            <a:noFill/>
          </a:ln>
        </p:spPr>
      </p:sp>
      <p:sp>
        <p:nvSpPr>
          <p:cNvPr id="86" name="Google Shape;86;p1"/>
          <p:cNvSpPr/>
          <p:nvPr/>
        </p:nvSpPr>
        <p:spPr>
          <a:xfrm>
            <a:off x="-2741048" y="537816"/>
            <a:ext cx="6000534" cy="3567590"/>
          </a:xfrm>
          <a:custGeom>
            <a:rect b="b" l="l" r="r" t="t"/>
            <a:pathLst>
              <a:path extrusionOk="0" h="3567590" w="6000534">
                <a:moveTo>
                  <a:pt x="0" y="0"/>
                </a:moveTo>
                <a:lnTo>
                  <a:pt x="6000534" y="0"/>
                </a:lnTo>
                <a:lnTo>
                  <a:pt x="6000534" y="3567590"/>
                </a:lnTo>
                <a:lnTo>
                  <a:pt x="0" y="3567590"/>
                </a:lnTo>
                <a:lnTo>
                  <a:pt x="0" y="0"/>
                </a:lnTo>
                <a:close/>
              </a:path>
            </a:pathLst>
          </a:custGeom>
          <a:blipFill rotWithShape="1">
            <a:blip r:embed="rId3">
              <a:alphaModFix/>
            </a:blip>
            <a:stretch>
              <a:fillRect b="0" l="0" r="0" t="0"/>
            </a:stretch>
          </a:blipFill>
          <a:ln>
            <a:noFill/>
          </a:ln>
        </p:spPr>
      </p:sp>
      <p:sp>
        <p:nvSpPr>
          <p:cNvPr id="87" name="Google Shape;87;p1"/>
          <p:cNvSpPr/>
          <p:nvPr/>
        </p:nvSpPr>
        <p:spPr>
          <a:xfrm rot="10800000">
            <a:off x="14180105" y="6181594"/>
            <a:ext cx="6000534" cy="3567590"/>
          </a:xfrm>
          <a:custGeom>
            <a:rect b="b" l="l" r="r" t="t"/>
            <a:pathLst>
              <a:path extrusionOk="0" h="3567590" w="6000534">
                <a:moveTo>
                  <a:pt x="0" y="0"/>
                </a:moveTo>
                <a:lnTo>
                  <a:pt x="6000534" y="0"/>
                </a:lnTo>
                <a:lnTo>
                  <a:pt x="6000534" y="3567590"/>
                </a:lnTo>
                <a:lnTo>
                  <a:pt x="0" y="3567590"/>
                </a:lnTo>
                <a:lnTo>
                  <a:pt x="0" y="0"/>
                </a:lnTo>
                <a:close/>
              </a:path>
            </a:pathLst>
          </a:custGeom>
          <a:blipFill rotWithShape="1">
            <a:blip r:embed="rId3">
              <a:alphaModFix/>
            </a:blip>
            <a:stretch>
              <a:fillRect b="0" l="0" r="0" t="0"/>
            </a:stretch>
          </a:blipFill>
          <a:ln>
            <a:noFill/>
          </a:ln>
        </p:spPr>
      </p:sp>
      <p:sp>
        <p:nvSpPr>
          <p:cNvPr id="88" name="Google Shape;88;p1"/>
          <p:cNvSpPr/>
          <p:nvPr/>
        </p:nvSpPr>
        <p:spPr>
          <a:xfrm>
            <a:off x="-2904533" y="-494599"/>
            <a:ext cx="5081972" cy="3021463"/>
          </a:xfrm>
          <a:custGeom>
            <a:rect b="b" l="l" r="r" t="t"/>
            <a:pathLst>
              <a:path extrusionOk="0" h="3021463" w="5081972">
                <a:moveTo>
                  <a:pt x="0" y="0"/>
                </a:moveTo>
                <a:lnTo>
                  <a:pt x="5081972" y="0"/>
                </a:lnTo>
                <a:lnTo>
                  <a:pt x="5081972" y="3021464"/>
                </a:lnTo>
                <a:lnTo>
                  <a:pt x="0" y="3021464"/>
                </a:lnTo>
                <a:lnTo>
                  <a:pt x="0" y="0"/>
                </a:lnTo>
                <a:close/>
              </a:path>
            </a:pathLst>
          </a:custGeom>
          <a:blipFill rotWithShape="1">
            <a:blip r:embed="rId3">
              <a:alphaModFix/>
            </a:blip>
            <a:stretch>
              <a:fillRect b="0" l="0" r="0" t="0"/>
            </a:stretch>
          </a:blipFill>
          <a:ln>
            <a:noFill/>
          </a:ln>
        </p:spPr>
      </p:sp>
      <p:sp>
        <p:nvSpPr>
          <p:cNvPr id="89" name="Google Shape;89;p1"/>
          <p:cNvSpPr/>
          <p:nvPr/>
        </p:nvSpPr>
        <p:spPr>
          <a:xfrm>
            <a:off x="-3275713" y="4625635"/>
            <a:ext cx="5081972" cy="3021463"/>
          </a:xfrm>
          <a:custGeom>
            <a:rect b="b" l="l" r="r" t="t"/>
            <a:pathLst>
              <a:path extrusionOk="0" h="3021463" w="5081972">
                <a:moveTo>
                  <a:pt x="0" y="0"/>
                </a:moveTo>
                <a:lnTo>
                  <a:pt x="5081972" y="0"/>
                </a:lnTo>
                <a:lnTo>
                  <a:pt x="5081972" y="3021463"/>
                </a:lnTo>
                <a:lnTo>
                  <a:pt x="0" y="3021463"/>
                </a:lnTo>
                <a:lnTo>
                  <a:pt x="0" y="0"/>
                </a:lnTo>
                <a:close/>
              </a:path>
            </a:pathLst>
          </a:custGeom>
          <a:blipFill rotWithShape="1">
            <a:blip r:embed="rId3">
              <a:alphaModFix/>
            </a:blip>
            <a:stretch>
              <a:fillRect b="0" l="0" r="0" t="0"/>
            </a:stretch>
          </a:blipFill>
          <a:ln>
            <a:noFill/>
          </a:ln>
        </p:spPr>
      </p:sp>
      <p:sp>
        <p:nvSpPr>
          <p:cNvPr id="90" name="Google Shape;90;p1"/>
          <p:cNvSpPr/>
          <p:nvPr/>
        </p:nvSpPr>
        <p:spPr>
          <a:xfrm rot="10800000">
            <a:off x="14960748" y="7760135"/>
            <a:ext cx="5081972" cy="3021463"/>
          </a:xfrm>
          <a:custGeom>
            <a:rect b="b" l="l" r="r" t="t"/>
            <a:pathLst>
              <a:path extrusionOk="0" h="3021463" w="5081972">
                <a:moveTo>
                  <a:pt x="0" y="0"/>
                </a:moveTo>
                <a:lnTo>
                  <a:pt x="5081972" y="0"/>
                </a:lnTo>
                <a:lnTo>
                  <a:pt x="5081972" y="3021464"/>
                </a:lnTo>
                <a:lnTo>
                  <a:pt x="0" y="3021464"/>
                </a:lnTo>
                <a:lnTo>
                  <a:pt x="0" y="0"/>
                </a:lnTo>
                <a:close/>
              </a:path>
            </a:pathLst>
          </a:custGeom>
          <a:blipFill rotWithShape="1">
            <a:blip r:embed="rId3">
              <a:alphaModFix/>
            </a:blip>
            <a:stretch>
              <a:fillRect b="0" l="0" r="0" t="0"/>
            </a:stretch>
          </a:blipFill>
          <a:ln>
            <a:noFill/>
          </a:ln>
        </p:spPr>
      </p:sp>
      <p:sp>
        <p:nvSpPr>
          <p:cNvPr id="91" name="Google Shape;91;p1"/>
          <p:cNvSpPr/>
          <p:nvPr/>
        </p:nvSpPr>
        <p:spPr>
          <a:xfrm rot="10800000">
            <a:off x="16481741" y="2654155"/>
            <a:ext cx="5081972" cy="3021463"/>
          </a:xfrm>
          <a:custGeom>
            <a:rect b="b" l="l" r="r" t="t"/>
            <a:pathLst>
              <a:path extrusionOk="0" h="3021463" w="5081972">
                <a:moveTo>
                  <a:pt x="0" y="0"/>
                </a:moveTo>
                <a:lnTo>
                  <a:pt x="5081972" y="0"/>
                </a:lnTo>
                <a:lnTo>
                  <a:pt x="5081972" y="3021464"/>
                </a:lnTo>
                <a:lnTo>
                  <a:pt x="0" y="3021464"/>
                </a:lnTo>
                <a:lnTo>
                  <a:pt x="0" y="0"/>
                </a:lnTo>
                <a:close/>
              </a:path>
            </a:pathLst>
          </a:custGeom>
          <a:blipFill rotWithShape="1">
            <a:blip r:embed="rId3">
              <a:alphaModFix/>
            </a:blip>
            <a:stretch>
              <a:fillRect b="0" l="0" r="0" t="0"/>
            </a:stretch>
          </a:blipFill>
          <a:ln>
            <a:noFill/>
          </a:ln>
        </p:spPr>
      </p:sp>
      <p:sp>
        <p:nvSpPr>
          <p:cNvPr id="92" name="Google Shape;92;p1"/>
          <p:cNvSpPr txBox="1"/>
          <p:nvPr/>
        </p:nvSpPr>
        <p:spPr>
          <a:xfrm>
            <a:off x="2177439" y="3408477"/>
            <a:ext cx="14025592" cy="2940463"/>
          </a:xfrm>
          <a:prstGeom prst="rect">
            <a:avLst/>
          </a:prstGeom>
          <a:noFill/>
          <a:ln>
            <a:noFill/>
          </a:ln>
        </p:spPr>
        <p:txBody>
          <a:bodyPr anchorCtr="0" anchor="t" bIns="0" lIns="0" spcFirstLastPara="1" rIns="0" wrap="square" tIns="0">
            <a:spAutoFit/>
          </a:bodyPr>
          <a:lstStyle/>
          <a:p>
            <a:pPr indent="0" lvl="0" marL="0" marR="0" rtl="0" algn="ctr">
              <a:lnSpc>
                <a:spcPct val="94003"/>
              </a:lnSpc>
              <a:spcBef>
                <a:spcPts val="0"/>
              </a:spcBef>
              <a:spcAft>
                <a:spcPts val="0"/>
              </a:spcAft>
              <a:buNone/>
            </a:pPr>
            <a:r>
              <a:rPr b="1" i="0" lang="en-US" sz="11206" u="none" cap="none" strike="noStrike">
                <a:solidFill>
                  <a:srgbClr val="FFFFFF"/>
                </a:solidFill>
                <a:latin typeface="Arial"/>
                <a:ea typeface="Arial"/>
                <a:cs typeface="Arial"/>
                <a:sym typeface="Arial"/>
              </a:rPr>
              <a:t>Capstone Ingeniería en Informática</a:t>
            </a:r>
            <a:endParaRPr/>
          </a:p>
        </p:txBody>
      </p:sp>
      <p:grpSp>
        <p:nvGrpSpPr>
          <p:cNvPr id="93" name="Google Shape;93;p1"/>
          <p:cNvGrpSpPr/>
          <p:nvPr/>
        </p:nvGrpSpPr>
        <p:grpSpPr>
          <a:xfrm>
            <a:off x="5072352" y="6998295"/>
            <a:ext cx="8235765" cy="1142339"/>
            <a:chOff x="0" y="-9525"/>
            <a:chExt cx="1546663" cy="214529"/>
          </a:xfrm>
        </p:grpSpPr>
        <p:sp>
          <p:nvSpPr>
            <p:cNvPr id="94" name="Google Shape;94;p1"/>
            <p:cNvSpPr/>
            <p:nvPr/>
          </p:nvSpPr>
          <p:spPr>
            <a:xfrm>
              <a:off x="0" y="0"/>
              <a:ext cx="1546663" cy="205004"/>
            </a:xfrm>
            <a:custGeom>
              <a:rect b="b" l="l" r="r" t="t"/>
              <a:pathLst>
                <a:path extrusionOk="0" h="205004" w="1546663">
                  <a:moveTo>
                    <a:pt x="94004" y="0"/>
                  </a:moveTo>
                  <a:lnTo>
                    <a:pt x="1452660" y="0"/>
                  </a:lnTo>
                  <a:cubicBezTo>
                    <a:pt x="1504576" y="0"/>
                    <a:pt x="1546663" y="42087"/>
                    <a:pt x="1546663" y="94004"/>
                  </a:cubicBezTo>
                  <a:lnTo>
                    <a:pt x="1546663" y="111001"/>
                  </a:lnTo>
                  <a:cubicBezTo>
                    <a:pt x="1546663" y="162918"/>
                    <a:pt x="1504576" y="205004"/>
                    <a:pt x="1452660" y="205004"/>
                  </a:cubicBezTo>
                  <a:lnTo>
                    <a:pt x="94004" y="205004"/>
                  </a:lnTo>
                  <a:cubicBezTo>
                    <a:pt x="42087" y="205004"/>
                    <a:pt x="0" y="162918"/>
                    <a:pt x="0" y="111001"/>
                  </a:cubicBezTo>
                  <a:lnTo>
                    <a:pt x="0" y="94004"/>
                  </a:lnTo>
                  <a:cubicBezTo>
                    <a:pt x="0" y="42087"/>
                    <a:pt x="42087" y="0"/>
                    <a:pt x="94004" y="0"/>
                  </a:cubicBezTo>
                  <a:close/>
                </a:path>
              </a:pathLst>
            </a:custGeom>
            <a:solidFill>
              <a:srgbClr val="566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
            <p:cNvSpPr txBox="1"/>
            <p:nvPr/>
          </p:nvSpPr>
          <p:spPr>
            <a:xfrm>
              <a:off x="0" y="-9525"/>
              <a:ext cx="1546663" cy="214529"/>
            </a:xfrm>
            <a:prstGeom prst="rect">
              <a:avLst/>
            </a:prstGeom>
            <a:noFill/>
            <a:ln>
              <a:noFill/>
            </a:ln>
          </p:spPr>
          <p:txBody>
            <a:bodyPr anchorCtr="0" anchor="ctr" bIns="31900" lIns="31900" spcFirstLastPara="1" rIns="31900" wrap="square" tIns="31900">
              <a:noAutofit/>
            </a:bodyPr>
            <a:lstStyle/>
            <a:p>
              <a:pPr indent="0" lvl="0" marL="0" marR="0" rtl="0" algn="ctr">
                <a:lnSpc>
                  <a:spcPct val="76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6" name="Google Shape;96;p1"/>
          <p:cNvSpPr txBox="1"/>
          <p:nvPr/>
        </p:nvSpPr>
        <p:spPr>
          <a:xfrm>
            <a:off x="5303135" y="7154847"/>
            <a:ext cx="7681730" cy="1013078"/>
          </a:xfrm>
          <a:prstGeom prst="rect">
            <a:avLst/>
          </a:prstGeom>
          <a:noFill/>
          <a:ln>
            <a:noFill/>
          </a:ln>
        </p:spPr>
        <p:txBody>
          <a:bodyPr anchorCtr="0" anchor="t" bIns="0" lIns="0" spcFirstLastPara="1" rIns="0" wrap="square" tIns="0">
            <a:spAutoFit/>
          </a:bodyPr>
          <a:lstStyle/>
          <a:p>
            <a:pPr indent="0" lvl="0" marL="0" marR="0" rtl="0" algn="ctr">
              <a:lnSpc>
                <a:spcPct val="94004"/>
              </a:lnSpc>
              <a:spcBef>
                <a:spcPts val="0"/>
              </a:spcBef>
              <a:spcAft>
                <a:spcPts val="0"/>
              </a:spcAft>
              <a:buNone/>
            </a:pPr>
            <a:r>
              <a:rPr b="1" i="0" lang="en-US" sz="3853" u="none" cap="none" strike="noStrike">
                <a:solidFill>
                  <a:srgbClr val="E4E5EC"/>
                </a:solidFill>
                <a:latin typeface="Arial"/>
                <a:ea typeface="Arial"/>
                <a:cs typeface="Arial"/>
                <a:sym typeface="Arial"/>
              </a:rPr>
              <a:t>PLATAFORMA E-COMMERCE CORDILLERA PETS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1D2DB"/>
        </a:solidFill>
      </p:bgPr>
    </p:bg>
    <p:spTree>
      <p:nvGrpSpPr>
        <p:cNvPr id="100" name="Shape 100"/>
        <p:cNvGrpSpPr/>
        <p:nvPr/>
      </p:nvGrpSpPr>
      <p:grpSpPr>
        <a:xfrm>
          <a:off x="0" y="0"/>
          <a:ext cx="0" cy="0"/>
          <a:chOff x="0" y="0"/>
          <a:chExt cx="0" cy="0"/>
        </a:xfrm>
      </p:grpSpPr>
      <p:grpSp>
        <p:nvGrpSpPr>
          <p:cNvPr id="101" name="Google Shape;101;p2"/>
          <p:cNvGrpSpPr/>
          <p:nvPr/>
        </p:nvGrpSpPr>
        <p:grpSpPr>
          <a:xfrm>
            <a:off x="2725388" y="1695661"/>
            <a:ext cx="1070406" cy="297543"/>
            <a:chOff x="0" y="-9525"/>
            <a:chExt cx="484642" cy="134717"/>
          </a:xfrm>
        </p:grpSpPr>
        <p:sp>
          <p:nvSpPr>
            <p:cNvPr id="102" name="Google Shape;102;p2"/>
            <p:cNvSpPr/>
            <p:nvPr/>
          </p:nvSpPr>
          <p:spPr>
            <a:xfrm>
              <a:off x="0" y="0"/>
              <a:ext cx="484642" cy="125192"/>
            </a:xfrm>
            <a:custGeom>
              <a:rect b="b" l="l" r="r" t="t"/>
              <a:pathLst>
                <a:path extrusionOk="0" h="125192" w="484642">
                  <a:moveTo>
                    <a:pt x="62596" y="0"/>
                  </a:moveTo>
                  <a:lnTo>
                    <a:pt x="422046" y="0"/>
                  </a:lnTo>
                  <a:cubicBezTo>
                    <a:pt x="456617" y="0"/>
                    <a:pt x="484642" y="28025"/>
                    <a:pt x="484642" y="62596"/>
                  </a:cubicBezTo>
                  <a:lnTo>
                    <a:pt x="484642" y="62596"/>
                  </a:lnTo>
                  <a:cubicBezTo>
                    <a:pt x="484642" y="97167"/>
                    <a:pt x="456617" y="125192"/>
                    <a:pt x="422046" y="125192"/>
                  </a:cubicBezTo>
                  <a:lnTo>
                    <a:pt x="62596" y="125192"/>
                  </a:lnTo>
                  <a:cubicBezTo>
                    <a:pt x="28025" y="125192"/>
                    <a:pt x="0" y="97167"/>
                    <a:pt x="0" y="62596"/>
                  </a:cubicBezTo>
                  <a:lnTo>
                    <a:pt x="0" y="62596"/>
                  </a:lnTo>
                  <a:cubicBezTo>
                    <a:pt x="0" y="28025"/>
                    <a:pt x="28025" y="0"/>
                    <a:pt x="62596" y="0"/>
                  </a:cubicBezTo>
                  <a:close/>
                </a:path>
              </a:pathLst>
            </a:custGeom>
            <a:solidFill>
              <a:srgbClr val="151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txBox="1"/>
            <p:nvPr/>
          </p:nvSpPr>
          <p:spPr>
            <a:xfrm>
              <a:off x="0" y="-9525"/>
              <a:ext cx="484642" cy="134717"/>
            </a:xfrm>
            <a:prstGeom prst="rect">
              <a:avLst/>
            </a:prstGeom>
            <a:noFill/>
            <a:ln>
              <a:noFill/>
            </a:ln>
          </p:spPr>
          <p:txBody>
            <a:bodyPr anchorCtr="0" anchor="ctr" bIns="31900" lIns="31900" spcFirstLastPara="1" rIns="31900" wrap="square" tIns="31900">
              <a:noAutofit/>
            </a:bodyPr>
            <a:lstStyle/>
            <a:p>
              <a:pPr indent="0" lvl="0" marL="0" marR="0" rtl="0" algn="ctr">
                <a:lnSpc>
                  <a:spcPct val="76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4" name="Google Shape;104;p2"/>
          <p:cNvSpPr/>
          <p:nvPr/>
        </p:nvSpPr>
        <p:spPr>
          <a:xfrm>
            <a:off x="-47252" y="0"/>
            <a:ext cx="18644862" cy="8466714"/>
          </a:xfrm>
          <a:custGeom>
            <a:rect b="b" l="l" r="r" t="t"/>
            <a:pathLst>
              <a:path extrusionOk="0" h="8466714" w="18644862">
                <a:moveTo>
                  <a:pt x="0" y="0"/>
                </a:moveTo>
                <a:lnTo>
                  <a:pt x="18644862" y="0"/>
                </a:lnTo>
                <a:lnTo>
                  <a:pt x="18644862" y="8466714"/>
                </a:lnTo>
                <a:lnTo>
                  <a:pt x="0" y="8466714"/>
                </a:lnTo>
                <a:lnTo>
                  <a:pt x="0" y="0"/>
                </a:lnTo>
                <a:close/>
              </a:path>
            </a:pathLst>
          </a:custGeom>
          <a:blipFill rotWithShape="1">
            <a:blip r:embed="rId3">
              <a:alphaModFix/>
            </a:blip>
            <a:stretch>
              <a:fillRect b="0" l="0" r="0" t="-120210"/>
            </a:stretch>
          </a:blipFill>
          <a:ln>
            <a:noFill/>
          </a:ln>
        </p:spPr>
      </p:sp>
      <p:grpSp>
        <p:nvGrpSpPr>
          <p:cNvPr id="105" name="Google Shape;105;p2"/>
          <p:cNvGrpSpPr/>
          <p:nvPr/>
        </p:nvGrpSpPr>
        <p:grpSpPr>
          <a:xfrm>
            <a:off x="807825" y="884039"/>
            <a:ext cx="16672353" cy="8374261"/>
            <a:chOff x="0" y="-38100"/>
            <a:chExt cx="4391072" cy="2205567"/>
          </a:xfrm>
        </p:grpSpPr>
        <p:sp>
          <p:nvSpPr>
            <p:cNvPr id="106" name="Google Shape;106;p2"/>
            <p:cNvSpPr/>
            <p:nvPr/>
          </p:nvSpPr>
          <p:spPr>
            <a:xfrm>
              <a:off x="0" y="0"/>
              <a:ext cx="4391072" cy="2167467"/>
            </a:xfrm>
            <a:custGeom>
              <a:rect b="b" l="l" r="r" t="t"/>
              <a:pathLst>
                <a:path extrusionOk="0" h="2167467" w="4391072">
                  <a:moveTo>
                    <a:pt x="14859" y="0"/>
                  </a:moveTo>
                  <a:lnTo>
                    <a:pt x="4376212" y="0"/>
                  </a:lnTo>
                  <a:cubicBezTo>
                    <a:pt x="4380153" y="0"/>
                    <a:pt x="4383933" y="1566"/>
                    <a:pt x="4386719" y="4352"/>
                  </a:cubicBezTo>
                  <a:cubicBezTo>
                    <a:pt x="4389506" y="7139"/>
                    <a:pt x="4391072" y="10918"/>
                    <a:pt x="4391072" y="14859"/>
                  </a:cubicBezTo>
                  <a:lnTo>
                    <a:pt x="4391072" y="2152607"/>
                  </a:lnTo>
                  <a:cubicBezTo>
                    <a:pt x="4391072" y="2160814"/>
                    <a:pt x="4384419" y="2167467"/>
                    <a:pt x="4376212" y="2167467"/>
                  </a:cubicBezTo>
                  <a:lnTo>
                    <a:pt x="14859" y="2167467"/>
                  </a:lnTo>
                  <a:cubicBezTo>
                    <a:pt x="10918" y="2167467"/>
                    <a:pt x="7139" y="2165901"/>
                    <a:pt x="4352" y="2163114"/>
                  </a:cubicBezTo>
                  <a:cubicBezTo>
                    <a:pt x="1566" y="2160328"/>
                    <a:pt x="0" y="2156548"/>
                    <a:pt x="0" y="2152607"/>
                  </a:cubicBezTo>
                  <a:lnTo>
                    <a:pt x="0" y="14859"/>
                  </a:lnTo>
                  <a:cubicBezTo>
                    <a:pt x="0" y="10918"/>
                    <a:pt x="1566" y="7139"/>
                    <a:pt x="4352" y="4352"/>
                  </a:cubicBezTo>
                  <a:cubicBezTo>
                    <a:pt x="7139" y="1566"/>
                    <a:pt x="10918" y="0"/>
                    <a:pt x="14859" y="0"/>
                  </a:cubicBezTo>
                  <a:close/>
                </a:path>
              </a:pathLst>
            </a:custGeom>
            <a:solidFill>
              <a:srgbClr val="E4E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txBox="1"/>
            <p:nvPr/>
          </p:nvSpPr>
          <p:spPr>
            <a:xfrm>
              <a:off x="0" y="-38100"/>
              <a:ext cx="4391071"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8" name="Google Shape;108;p2"/>
          <p:cNvSpPr txBox="1"/>
          <p:nvPr/>
        </p:nvSpPr>
        <p:spPr>
          <a:xfrm>
            <a:off x="2103772" y="2951928"/>
            <a:ext cx="15376403" cy="908135"/>
          </a:xfrm>
          <a:prstGeom prst="rect">
            <a:avLst/>
          </a:prstGeom>
          <a:noFill/>
          <a:ln>
            <a:noFill/>
          </a:ln>
        </p:spPr>
        <p:txBody>
          <a:bodyPr anchorCtr="0" anchor="t" bIns="0" lIns="0" spcFirstLastPara="1" rIns="0" wrap="square" tIns="0">
            <a:spAutoFit/>
          </a:bodyPr>
          <a:lstStyle/>
          <a:p>
            <a:pPr indent="0" lvl="0" marL="0" marR="0" rtl="0" algn="l">
              <a:lnSpc>
                <a:spcPct val="94009"/>
              </a:lnSpc>
              <a:spcBef>
                <a:spcPts val="0"/>
              </a:spcBef>
              <a:spcAft>
                <a:spcPts val="0"/>
              </a:spcAft>
              <a:buNone/>
            </a:pPr>
            <a:r>
              <a:rPr b="1" i="0" lang="en-US" sz="6444" u="none" cap="none" strike="noStrike">
                <a:solidFill>
                  <a:srgbClr val="15193E"/>
                </a:solidFill>
                <a:latin typeface="Ultra"/>
                <a:ea typeface="Ultra"/>
                <a:cs typeface="Ultra"/>
                <a:sym typeface="Ultra"/>
              </a:rPr>
              <a:t>Problema Actual del proyecto </a:t>
            </a:r>
            <a:endParaRPr/>
          </a:p>
        </p:txBody>
      </p:sp>
      <p:sp>
        <p:nvSpPr>
          <p:cNvPr id="109" name="Google Shape;109;p2"/>
          <p:cNvSpPr/>
          <p:nvPr/>
        </p:nvSpPr>
        <p:spPr>
          <a:xfrm>
            <a:off x="-651470" y="-757964"/>
            <a:ext cx="3655283" cy="2173232"/>
          </a:xfrm>
          <a:custGeom>
            <a:rect b="b" l="l" r="r" t="t"/>
            <a:pathLst>
              <a:path extrusionOk="0" h="2173232" w="3655283">
                <a:moveTo>
                  <a:pt x="0" y="0"/>
                </a:moveTo>
                <a:lnTo>
                  <a:pt x="3655283" y="0"/>
                </a:lnTo>
                <a:lnTo>
                  <a:pt x="3655283" y="2173232"/>
                </a:lnTo>
                <a:lnTo>
                  <a:pt x="0" y="2173232"/>
                </a:lnTo>
                <a:lnTo>
                  <a:pt x="0" y="0"/>
                </a:lnTo>
                <a:close/>
              </a:path>
            </a:pathLst>
          </a:custGeom>
          <a:blipFill rotWithShape="1">
            <a:blip r:embed="rId4">
              <a:alphaModFix/>
            </a:blip>
            <a:stretch>
              <a:fillRect b="0" l="0" r="0" t="0"/>
            </a:stretch>
          </a:blipFill>
          <a:ln>
            <a:noFill/>
          </a:ln>
        </p:spPr>
      </p:sp>
      <p:sp>
        <p:nvSpPr>
          <p:cNvPr id="110" name="Google Shape;110;p2"/>
          <p:cNvSpPr/>
          <p:nvPr/>
        </p:nvSpPr>
        <p:spPr>
          <a:xfrm>
            <a:off x="-1394806" y="659463"/>
            <a:ext cx="3484317" cy="2071585"/>
          </a:xfrm>
          <a:custGeom>
            <a:rect b="b" l="l" r="r" t="t"/>
            <a:pathLst>
              <a:path extrusionOk="0" h="2071585" w="3484317">
                <a:moveTo>
                  <a:pt x="0" y="0"/>
                </a:moveTo>
                <a:lnTo>
                  <a:pt x="3484317" y="0"/>
                </a:lnTo>
                <a:lnTo>
                  <a:pt x="3484317" y="2071585"/>
                </a:lnTo>
                <a:lnTo>
                  <a:pt x="0" y="2071585"/>
                </a:lnTo>
                <a:lnTo>
                  <a:pt x="0" y="0"/>
                </a:lnTo>
                <a:close/>
              </a:path>
            </a:pathLst>
          </a:custGeom>
          <a:blipFill rotWithShape="1">
            <a:blip r:embed="rId4">
              <a:alphaModFix/>
            </a:blip>
            <a:stretch>
              <a:fillRect b="0" l="0" r="0" t="0"/>
            </a:stretch>
          </a:blipFill>
          <a:ln>
            <a:noFill/>
          </a:ln>
        </p:spPr>
      </p:sp>
      <p:sp>
        <p:nvSpPr>
          <p:cNvPr id="111" name="Google Shape;111;p2"/>
          <p:cNvSpPr/>
          <p:nvPr/>
        </p:nvSpPr>
        <p:spPr>
          <a:xfrm>
            <a:off x="15113293" y="8973379"/>
            <a:ext cx="3484317" cy="2071585"/>
          </a:xfrm>
          <a:custGeom>
            <a:rect b="b" l="l" r="r" t="t"/>
            <a:pathLst>
              <a:path extrusionOk="0" h="2071585" w="3484317">
                <a:moveTo>
                  <a:pt x="0" y="0"/>
                </a:moveTo>
                <a:lnTo>
                  <a:pt x="3484317" y="0"/>
                </a:lnTo>
                <a:lnTo>
                  <a:pt x="3484317" y="2071585"/>
                </a:lnTo>
                <a:lnTo>
                  <a:pt x="0" y="2071585"/>
                </a:lnTo>
                <a:lnTo>
                  <a:pt x="0" y="0"/>
                </a:lnTo>
                <a:close/>
              </a:path>
            </a:pathLst>
          </a:custGeom>
          <a:blipFill rotWithShape="1">
            <a:blip r:embed="rId5">
              <a:alphaModFix/>
            </a:blip>
            <a:stretch>
              <a:fillRect b="0" l="0" r="0" t="0"/>
            </a:stretch>
          </a:blipFill>
          <a:ln>
            <a:noFill/>
          </a:ln>
        </p:spPr>
      </p:sp>
      <p:sp>
        <p:nvSpPr>
          <p:cNvPr id="112" name="Google Shape;112;p2"/>
          <p:cNvSpPr/>
          <p:nvPr/>
        </p:nvSpPr>
        <p:spPr>
          <a:xfrm>
            <a:off x="16027523" y="7552462"/>
            <a:ext cx="3655283" cy="2173232"/>
          </a:xfrm>
          <a:custGeom>
            <a:rect b="b" l="l" r="r" t="t"/>
            <a:pathLst>
              <a:path extrusionOk="0" h="2173232" w="3655283">
                <a:moveTo>
                  <a:pt x="0" y="0"/>
                </a:moveTo>
                <a:lnTo>
                  <a:pt x="3655283" y="0"/>
                </a:lnTo>
                <a:lnTo>
                  <a:pt x="3655283" y="2173231"/>
                </a:lnTo>
                <a:lnTo>
                  <a:pt x="0" y="2173231"/>
                </a:lnTo>
                <a:lnTo>
                  <a:pt x="0" y="0"/>
                </a:lnTo>
                <a:close/>
              </a:path>
            </a:pathLst>
          </a:custGeom>
          <a:blipFill rotWithShape="1">
            <a:blip r:embed="rId5">
              <a:alphaModFix/>
            </a:blip>
            <a:stretch>
              <a:fillRect b="0" l="0" r="0" t="0"/>
            </a:stretch>
          </a:blipFill>
          <a:ln>
            <a:noFill/>
          </a:ln>
        </p:spPr>
      </p:sp>
      <p:sp>
        <p:nvSpPr>
          <p:cNvPr id="113" name="Google Shape;113;p2"/>
          <p:cNvSpPr txBox="1"/>
          <p:nvPr/>
        </p:nvSpPr>
        <p:spPr>
          <a:xfrm>
            <a:off x="2103751" y="4433762"/>
            <a:ext cx="14080500" cy="3347100"/>
          </a:xfrm>
          <a:prstGeom prst="rect">
            <a:avLst/>
          </a:prstGeom>
          <a:noFill/>
          <a:ln>
            <a:noFill/>
          </a:ln>
        </p:spPr>
        <p:txBody>
          <a:bodyPr anchorCtr="0" anchor="t" bIns="0" lIns="0" spcFirstLastPara="1" rIns="0" wrap="square" tIns="0">
            <a:spAutoFit/>
          </a:bodyPr>
          <a:lstStyle/>
          <a:p>
            <a:pPr indent="0" lvl="0" marL="0" marR="0" rtl="0" algn="just">
              <a:lnSpc>
                <a:spcPct val="120025"/>
              </a:lnSpc>
              <a:spcBef>
                <a:spcPts val="0"/>
              </a:spcBef>
              <a:spcAft>
                <a:spcPts val="0"/>
              </a:spcAft>
              <a:buNone/>
            </a:pPr>
            <a:r>
              <a:rPr b="0" i="0" lang="en-US" sz="3106" u="none" cap="none" strike="noStrike">
                <a:solidFill>
                  <a:srgbClr val="15193E"/>
                </a:solidFill>
                <a:latin typeface="Arial"/>
                <a:ea typeface="Arial"/>
                <a:cs typeface="Arial"/>
                <a:sym typeface="Arial"/>
              </a:rPr>
              <a:t>Actualmente, la pyme Cordillera Pets gestiona sus ventas a través de Instagram, WhatsApp y Marketplace a través de anuncios, sin contar con una sucursal física, sino únicamente con una bodega ubicada en San Miguel. Este sistema limita la visibilidad de la marca, dificulta el control de stock y genera una gestión poco organizada de los pedidos.</a:t>
            </a:r>
            <a:endParaRPr/>
          </a:p>
          <a:p>
            <a:pPr indent="0" lvl="0" marL="0" marR="0" rtl="0" algn="just">
              <a:lnSpc>
                <a:spcPct val="120025"/>
              </a:lnSpc>
              <a:spcBef>
                <a:spcPts val="0"/>
              </a:spcBef>
              <a:spcAft>
                <a:spcPts val="0"/>
              </a:spcAft>
              <a:buNone/>
            </a:pPr>
            <a:r>
              <a:t/>
            </a:r>
            <a:endParaRPr b="0" i="0" sz="3106" u="none" cap="none" strike="noStrike">
              <a:solidFill>
                <a:srgbClr val="15193E"/>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117" name="Shape 117"/>
        <p:cNvGrpSpPr/>
        <p:nvPr/>
      </p:nvGrpSpPr>
      <p:grpSpPr>
        <a:xfrm>
          <a:off x="0" y="0"/>
          <a:ext cx="0" cy="0"/>
          <a:chOff x="0" y="0"/>
          <a:chExt cx="0" cy="0"/>
        </a:xfrm>
      </p:grpSpPr>
      <p:sp>
        <p:nvSpPr>
          <p:cNvPr id="118" name="Google Shape;118;p3"/>
          <p:cNvSpPr/>
          <p:nvPr/>
        </p:nvSpPr>
        <p:spPr>
          <a:xfrm>
            <a:off x="-139536"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119" name="Google Shape;119;p3"/>
          <p:cNvSpPr/>
          <p:nvPr/>
        </p:nvSpPr>
        <p:spPr>
          <a:xfrm>
            <a:off x="-1214315" y="479227"/>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120" name="Google Shape;120;p3"/>
          <p:cNvSpPr/>
          <p:nvPr/>
        </p:nvSpPr>
        <p:spPr>
          <a:xfrm>
            <a:off x="-1000792" y="-422617"/>
            <a:ext cx="2362646" cy="1404701"/>
          </a:xfrm>
          <a:custGeom>
            <a:rect b="b" l="l" r="r" t="t"/>
            <a:pathLst>
              <a:path extrusionOk="0" h="1404701" w="2362646">
                <a:moveTo>
                  <a:pt x="0" y="0"/>
                </a:moveTo>
                <a:lnTo>
                  <a:pt x="2362647" y="0"/>
                </a:lnTo>
                <a:lnTo>
                  <a:pt x="2362647" y="1404701"/>
                </a:lnTo>
                <a:lnTo>
                  <a:pt x="0" y="1404701"/>
                </a:lnTo>
                <a:lnTo>
                  <a:pt x="0" y="0"/>
                </a:lnTo>
                <a:close/>
              </a:path>
            </a:pathLst>
          </a:custGeom>
          <a:blipFill rotWithShape="1">
            <a:blip r:embed="rId3">
              <a:alphaModFix/>
            </a:blip>
            <a:stretch>
              <a:fillRect b="0" l="0" r="0" t="0"/>
            </a:stretch>
          </a:blipFill>
          <a:ln>
            <a:noFill/>
          </a:ln>
        </p:spPr>
      </p:sp>
      <p:sp>
        <p:nvSpPr>
          <p:cNvPr id="121" name="Google Shape;121;p3"/>
          <p:cNvSpPr/>
          <p:nvPr/>
        </p:nvSpPr>
        <p:spPr>
          <a:xfrm flipH="1" rot="10800000">
            <a:off x="171243" y="9606592"/>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3">
              <a:alphaModFix/>
            </a:blip>
            <a:stretch>
              <a:fillRect b="0" l="0" r="0" t="0"/>
            </a:stretch>
          </a:blipFill>
          <a:ln>
            <a:noFill/>
          </a:ln>
        </p:spPr>
      </p:sp>
      <p:sp>
        <p:nvSpPr>
          <p:cNvPr id="122" name="Google Shape;122;p3"/>
          <p:cNvSpPr/>
          <p:nvPr/>
        </p:nvSpPr>
        <p:spPr>
          <a:xfrm flipH="1" rot="10800000">
            <a:off x="-903536" y="8662993"/>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3">
              <a:alphaModFix/>
            </a:blip>
            <a:stretch>
              <a:fillRect b="0" l="0" r="0" t="0"/>
            </a:stretch>
          </a:blipFill>
          <a:ln>
            <a:noFill/>
          </a:ln>
        </p:spPr>
      </p:sp>
      <p:sp>
        <p:nvSpPr>
          <p:cNvPr id="123" name="Google Shape;123;p3"/>
          <p:cNvSpPr/>
          <p:nvPr/>
        </p:nvSpPr>
        <p:spPr>
          <a:xfrm flipH="1" rot="10800000">
            <a:off x="-690013" y="9666768"/>
            <a:ext cx="2362646" cy="1404701"/>
          </a:xfrm>
          <a:custGeom>
            <a:rect b="b" l="l" r="r" t="t"/>
            <a:pathLst>
              <a:path extrusionOk="0" h="1404701" w="2362646">
                <a:moveTo>
                  <a:pt x="0" y="1404701"/>
                </a:moveTo>
                <a:lnTo>
                  <a:pt x="2362647" y="1404701"/>
                </a:lnTo>
                <a:lnTo>
                  <a:pt x="2362647" y="0"/>
                </a:lnTo>
                <a:lnTo>
                  <a:pt x="0" y="0"/>
                </a:lnTo>
                <a:lnTo>
                  <a:pt x="0" y="1404701"/>
                </a:lnTo>
                <a:close/>
              </a:path>
            </a:pathLst>
          </a:custGeom>
          <a:blipFill rotWithShape="1">
            <a:blip r:embed="rId3">
              <a:alphaModFix/>
            </a:blip>
            <a:stretch>
              <a:fillRect b="0" l="0" r="0" t="0"/>
            </a:stretch>
          </a:blipFill>
          <a:ln>
            <a:noFill/>
          </a:ln>
        </p:spPr>
      </p:sp>
      <p:sp>
        <p:nvSpPr>
          <p:cNvPr id="124" name="Google Shape;124;p3"/>
          <p:cNvSpPr txBox="1"/>
          <p:nvPr/>
        </p:nvSpPr>
        <p:spPr>
          <a:xfrm>
            <a:off x="2190823" y="5459525"/>
            <a:ext cx="14671800" cy="9258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15193E"/>
                </a:solidFill>
                <a:latin typeface="Ultra"/>
                <a:ea typeface="Ultra"/>
                <a:cs typeface="Ultra"/>
                <a:sym typeface="Ultra"/>
              </a:rPr>
              <a:t>OBJETIVO ESTRATÉGICO</a:t>
            </a:r>
            <a:endParaRPr/>
          </a:p>
        </p:txBody>
      </p:sp>
      <p:sp>
        <p:nvSpPr>
          <p:cNvPr id="125" name="Google Shape;125;p3"/>
          <p:cNvSpPr txBox="1"/>
          <p:nvPr/>
        </p:nvSpPr>
        <p:spPr>
          <a:xfrm>
            <a:off x="2190820" y="6905693"/>
            <a:ext cx="12953100" cy="2700900"/>
          </a:xfrm>
          <a:prstGeom prst="rect">
            <a:avLst/>
          </a:prstGeom>
          <a:noFill/>
          <a:ln>
            <a:noFill/>
          </a:ln>
        </p:spPr>
        <p:txBody>
          <a:bodyPr anchorCtr="0" anchor="t" bIns="0" lIns="0" spcFirstLastPara="1" rIns="0" wrap="square" tIns="0">
            <a:spAutoFit/>
          </a:bodyPr>
          <a:lstStyle/>
          <a:p>
            <a:pPr indent="-270600" lvl="1" marL="541202" marR="0" rtl="0" algn="l">
              <a:lnSpc>
                <a:spcPct val="120031"/>
              </a:lnSpc>
              <a:spcBef>
                <a:spcPts val="0"/>
              </a:spcBef>
              <a:spcAft>
                <a:spcPts val="0"/>
              </a:spcAft>
              <a:buClr>
                <a:srgbClr val="15193E"/>
              </a:buClr>
              <a:buSzPts val="2506"/>
              <a:buFont typeface="Arial"/>
              <a:buAutoNum type="arabicPeriod"/>
            </a:pPr>
            <a:r>
              <a:rPr b="0" i="0" lang="en-US" sz="2506" u="none" cap="none" strike="noStrike">
                <a:solidFill>
                  <a:srgbClr val="15193E"/>
                </a:solidFill>
                <a:latin typeface="Arial"/>
                <a:ea typeface="Arial"/>
                <a:cs typeface="Arial"/>
                <a:sym typeface="Arial"/>
              </a:rPr>
              <a:t>Digitalizar las ventas mediante un plataforma centralizada que integre productos, stock y pedidos.</a:t>
            </a:r>
            <a:endParaRPr/>
          </a:p>
          <a:p>
            <a:pPr indent="-270600" lvl="1" marL="541202" marR="0" rtl="0" algn="l">
              <a:lnSpc>
                <a:spcPct val="120031"/>
              </a:lnSpc>
              <a:spcBef>
                <a:spcPts val="0"/>
              </a:spcBef>
              <a:spcAft>
                <a:spcPts val="0"/>
              </a:spcAft>
              <a:buClr>
                <a:srgbClr val="15193E"/>
              </a:buClr>
              <a:buSzPts val="2506"/>
              <a:buFont typeface="Arial"/>
              <a:buAutoNum type="arabicPeriod"/>
            </a:pPr>
            <a:r>
              <a:rPr b="0" i="0" lang="en-US" sz="2506" u="none" cap="none" strike="noStrike">
                <a:solidFill>
                  <a:srgbClr val="15193E"/>
                </a:solidFill>
                <a:latin typeface="Arial"/>
                <a:ea typeface="Arial"/>
                <a:cs typeface="Arial"/>
                <a:sym typeface="Arial"/>
              </a:rPr>
              <a:t>Optimizar la gestión operativa reduciendo la dependencia del dueño y aumentando la eficiencia en la atención.  </a:t>
            </a:r>
            <a:endParaRPr/>
          </a:p>
          <a:p>
            <a:pPr indent="-270600" lvl="1" marL="541202" marR="0" rtl="0" algn="l">
              <a:lnSpc>
                <a:spcPct val="120031"/>
              </a:lnSpc>
              <a:spcBef>
                <a:spcPts val="0"/>
              </a:spcBef>
              <a:spcAft>
                <a:spcPts val="0"/>
              </a:spcAft>
              <a:buClr>
                <a:srgbClr val="15193E"/>
              </a:buClr>
              <a:buSzPts val="2506"/>
              <a:buFont typeface="Arial"/>
              <a:buAutoNum type="arabicPeriod"/>
            </a:pPr>
            <a:r>
              <a:rPr b="0" i="0" lang="en-US" sz="2506" u="none" cap="none" strike="noStrike">
                <a:solidFill>
                  <a:srgbClr val="15193E"/>
                </a:solidFill>
                <a:latin typeface="Arial"/>
                <a:ea typeface="Arial"/>
                <a:cs typeface="Arial"/>
                <a:sym typeface="Arial"/>
              </a:rPr>
              <a:t>Incrementar visibilidad de la marca en el mercado digital para atraer nuevos clientes.</a:t>
            </a:r>
            <a:endParaRPr/>
          </a:p>
          <a:p>
            <a:pPr indent="0" lvl="0" marL="0" marR="0" rtl="0" algn="l">
              <a:lnSpc>
                <a:spcPct val="120031"/>
              </a:lnSpc>
              <a:spcBef>
                <a:spcPts val="0"/>
              </a:spcBef>
              <a:spcAft>
                <a:spcPts val="0"/>
              </a:spcAft>
              <a:buNone/>
            </a:pPr>
            <a:r>
              <a:t/>
            </a:r>
            <a:endParaRPr b="0" i="0" sz="2506" u="none" cap="none" strike="noStrike">
              <a:solidFill>
                <a:srgbClr val="15193E"/>
              </a:solidFill>
              <a:latin typeface="Arial"/>
              <a:ea typeface="Arial"/>
              <a:cs typeface="Arial"/>
              <a:sym typeface="Arial"/>
            </a:endParaRPr>
          </a:p>
        </p:txBody>
      </p:sp>
      <p:sp>
        <p:nvSpPr>
          <p:cNvPr id="126" name="Google Shape;126;p3"/>
          <p:cNvSpPr txBox="1"/>
          <p:nvPr/>
        </p:nvSpPr>
        <p:spPr>
          <a:xfrm>
            <a:off x="1981932" y="982079"/>
            <a:ext cx="14324100" cy="173640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US" sz="6000" u="none" cap="none" strike="noStrike">
                <a:solidFill>
                  <a:srgbClr val="15193E"/>
                </a:solidFill>
                <a:latin typeface="Ultra"/>
                <a:ea typeface="Ultra"/>
                <a:cs typeface="Ultra"/>
                <a:sym typeface="Ultra"/>
              </a:rPr>
              <a:t>NUETRO OBJETIVO PRINCIPAL DE PROYECTO</a:t>
            </a:r>
            <a:endParaRPr/>
          </a:p>
        </p:txBody>
      </p:sp>
      <p:sp>
        <p:nvSpPr>
          <p:cNvPr id="127" name="Google Shape;127;p3"/>
          <p:cNvSpPr txBox="1"/>
          <p:nvPr/>
        </p:nvSpPr>
        <p:spPr>
          <a:xfrm>
            <a:off x="2190832" y="3364022"/>
            <a:ext cx="14324100" cy="2095500"/>
          </a:xfrm>
          <a:prstGeom prst="rect">
            <a:avLst/>
          </a:prstGeom>
          <a:noFill/>
          <a:ln>
            <a:noFill/>
          </a:ln>
        </p:spPr>
        <p:txBody>
          <a:bodyPr anchorCtr="0" anchor="t" bIns="0" lIns="0" spcFirstLastPara="1" rIns="0" wrap="square" tIns="0">
            <a:spAutoFit/>
          </a:bodyPr>
          <a:lstStyle/>
          <a:p>
            <a:pPr indent="0" lvl="0" marL="0" marR="0" rtl="0" algn="l">
              <a:lnSpc>
                <a:spcPct val="120029"/>
              </a:lnSpc>
              <a:spcBef>
                <a:spcPts val="0"/>
              </a:spcBef>
              <a:spcAft>
                <a:spcPts val="0"/>
              </a:spcAft>
              <a:buNone/>
            </a:pPr>
            <a:r>
              <a:rPr b="0" i="0" lang="en-US" sz="2706" u="none" cap="none" strike="noStrike">
                <a:solidFill>
                  <a:srgbClr val="15193E"/>
                </a:solidFill>
                <a:latin typeface="Arial"/>
                <a:ea typeface="Arial"/>
                <a:cs typeface="Arial"/>
                <a:sym typeface="Arial"/>
              </a:rPr>
              <a:t>Diseñar, desarrollar e implementar una plataforma web e-commerce para Cordillera Pets que permita digitalizar sus procesos de venta, automatizar la gestión de pedidos y ofrecer a los clientes una experiencia de compra accesible, ágil y segura desde cualquier dispositivo.</a:t>
            </a:r>
            <a:endParaRPr/>
          </a:p>
          <a:p>
            <a:pPr indent="0" lvl="0" marL="0" marR="0" rtl="0" algn="l">
              <a:lnSpc>
                <a:spcPct val="120029"/>
              </a:lnSpc>
              <a:spcBef>
                <a:spcPts val="0"/>
              </a:spcBef>
              <a:spcAft>
                <a:spcPts val="0"/>
              </a:spcAft>
              <a:buNone/>
            </a:pPr>
            <a:r>
              <a:t/>
            </a:r>
            <a:endParaRPr b="0" i="0" sz="2706" u="none" cap="none" strike="noStrike">
              <a:solidFill>
                <a:srgbClr val="15193E"/>
              </a:solidFill>
              <a:latin typeface="Arial"/>
              <a:ea typeface="Arial"/>
              <a:cs typeface="Arial"/>
              <a:sym typeface="Arial"/>
            </a:endParaRPr>
          </a:p>
        </p:txBody>
      </p:sp>
      <p:sp>
        <p:nvSpPr>
          <p:cNvPr id="128" name="Google Shape;128;p3"/>
          <p:cNvSpPr/>
          <p:nvPr/>
        </p:nvSpPr>
        <p:spPr>
          <a:xfrm flipH="1" rot="10800000">
            <a:off x="16862589" y="8900800"/>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3">
              <a:alphaModFix/>
            </a:blip>
            <a:stretch>
              <a:fillRect b="0" l="0" r="0" t="0"/>
            </a:stretch>
          </a:blipFill>
          <a:ln>
            <a:noFill/>
          </a:ln>
        </p:spPr>
      </p:sp>
      <p:sp>
        <p:nvSpPr>
          <p:cNvPr id="129" name="Google Shape;129;p3"/>
          <p:cNvSpPr/>
          <p:nvPr/>
        </p:nvSpPr>
        <p:spPr>
          <a:xfrm flipH="1" rot="10800000">
            <a:off x="15787810" y="7957201"/>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3">
              <a:alphaModFix/>
            </a:blip>
            <a:stretch>
              <a:fillRect b="0" l="0" r="0" t="0"/>
            </a:stretch>
          </a:blipFill>
          <a:ln>
            <a:noFill/>
          </a:ln>
        </p:spPr>
      </p:sp>
      <p:sp>
        <p:nvSpPr>
          <p:cNvPr id="130" name="Google Shape;130;p3"/>
          <p:cNvSpPr/>
          <p:nvPr/>
        </p:nvSpPr>
        <p:spPr>
          <a:xfrm flipH="1" rot="10800000">
            <a:off x="16001333" y="8960976"/>
            <a:ext cx="2362646" cy="1404701"/>
          </a:xfrm>
          <a:custGeom>
            <a:rect b="b" l="l" r="r" t="t"/>
            <a:pathLst>
              <a:path extrusionOk="0" h="1404701" w="2362646">
                <a:moveTo>
                  <a:pt x="0" y="1404701"/>
                </a:moveTo>
                <a:lnTo>
                  <a:pt x="2362647" y="1404701"/>
                </a:lnTo>
                <a:lnTo>
                  <a:pt x="2362647" y="0"/>
                </a:lnTo>
                <a:lnTo>
                  <a:pt x="0" y="0"/>
                </a:lnTo>
                <a:lnTo>
                  <a:pt x="0" y="1404701"/>
                </a:lnTo>
                <a:close/>
              </a:path>
            </a:pathLst>
          </a:custGeom>
          <a:blipFill rotWithShape="1">
            <a:blip r:embed="rId3">
              <a:alphaModFix/>
            </a:blip>
            <a:stretch>
              <a:fillRect b="0" l="0" r="0" t="0"/>
            </a:stretch>
          </a:blipFill>
          <a:ln>
            <a:noFill/>
          </a:ln>
        </p:spPr>
      </p:sp>
      <p:sp>
        <p:nvSpPr>
          <p:cNvPr id="131" name="Google Shape;131;p3"/>
          <p:cNvSpPr/>
          <p:nvPr/>
        </p:nvSpPr>
        <p:spPr>
          <a:xfrm flipH="1" rot="10800000">
            <a:off x="16005132" y="121727"/>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3">
              <a:alphaModFix/>
            </a:blip>
            <a:stretch>
              <a:fillRect b="0" l="0" r="0" t="0"/>
            </a:stretch>
          </a:blipFill>
          <a:ln>
            <a:noFill/>
          </a:ln>
        </p:spPr>
      </p:sp>
      <p:sp>
        <p:nvSpPr>
          <p:cNvPr id="132" name="Google Shape;132;p3"/>
          <p:cNvSpPr/>
          <p:nvPr/>
        </p:nvSpPr>
        <p:spPr>
          <a:xfrm flipH="1" rot="10800000">
            <a:off x="14930353" y="-821873"/>
            <a:ext cx="2789693" cy="1658599"/>
          </a:xfrm>
          <a:custGeom>
            <a:rect b="b" l="l" r="r" t="t"/>
            <a:pathLst>
              <a:path extrusionOk="0" h="1658599" w="2789693">
                <a:moveTo>
                  <a:pt x="0" y="1658600"/>
                </a:moveTo>
                <a:lnTo>
                  <a:pt x="2789693" y="1658600"/>
                </a:lnTo>
                <a:lnTo>
                  <a:pt x="2789693" y="0"/>
                </a:lnTo>
                <a:lnTo>
                  <a:pt x="0" y="0"/>
                </a:lnTo>
                <a:lnTo>
                  <a:pt x="0" y="1658600"/>
                </a:lnTo>
                <a:close/>
              </a:path>
            </a:pathLst>
          </a:custGeom>
          <a:blipFill rotWithShape="1">
            <a:blip r:embed="rId3">
              <a:alphaModFix/>
            </a:blip>
            <a:stretch>
              <a:fillRect b="0" l="0" r="0" t="0"/>
            </a:stretch>
          </a:blipFill>
          <a:ln>
            <a:noFill/>
          </a:ln>
        </p:spPr>
      </p:sp>
      <p:sp>
        <p:nvSpPr>
          <p:cNvPr id="133" name="Google Shape;133;p3"/>
          <p:cNvSpPr/>
          <p:nvPr/>
        </p:nvSpPr>
        <p:spPr>
          <a:xfrm flipH="1" rot="10800000">
            <a:off x="15143876" y="181903"/>
            <a:ext cx="2362646" cy="1404701"/>
          </a:xfrm>
          <a:custGeom>
            <a:rect b="b" l="l" r="r" t="t"/>
            <a:pathLst>
              <a:path extrusionOk="0" h="1404701" w="2362646">
                <a:moveTo>
                  <a:pt x="0" y="1404701"/>
                </a:moveTo>
                <a:lnTo>
                  <a:pt x="2362647" y="1404701"/>
                </a:lnTo>
                <a:lnTo>
                  <a:pt x="2362647" y="0"/>
                </a:lnTo>
                <a:lnTo>
                  <a:pt x="0" y="0"/>
                </a:lnTo>
                <a:lnTo>
                  <a:pt x="0" y="1404701"/>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5C69F5"/>
            </a:gs>
          </a:gsLst>
          <a:lin ang="2700000" scaled="0"/>
        </a:gradFill>
      </p:bgPr>
    </p:bg>
    <p:spTree>
      <p:nvGrpSpPr>
        <p:cNvPr id="137" name="Shape 137"/>
        <p:cNvGrpSpPr/>
        <p:nvPr/>
      </p:nvGrpSpPr>
      <p:grpSpPr>
        <a:xfrm>
          <a:off x="0" y="0"/>
          <a:ext cx="0" cy="0"/>
          <a:chOff x="0" y="0"/>
          <a:chExt cx="0" cy="0"/>
        </a:xfrm>
      </p:grpSpPr>
      <p:sp>
        <p:nvSpPr>
          <p:cNvPr id="138" name="Google Shape;138;p4"/>
          <p:cNvSpPr/>
          <p:nvPr/>
        </p:nvSpPr>
        <p:spPr>
          <a:xfrm>
            <a:off x="1028700" y="535426"/>
            <a:ext cx="16764130" cy="8896513"/>
          </a:xfrm>
          <a:custGeom>
            <a:rect b="b" l="l" r="r" t="t"/>
            <a:pathLst>
              <a:path extrusionOk="0" h="8896513" w="16764130">
                <a:moveTo>
                  <a:pt x="0" y="0"/>
                </a:moveTo>
                <a:lnTo>
                  <a:pt x="16764130" y="0"/>
                </a:lnTo>
                <a:lnTo>
                  <a:pt x="16764130" y="8896513"/>
                </a:lnTo>
                <a:lnTo>
                  <a:pt x="0" y="8896513"/>
                </a:lnTo>
                <a:lnTo>
                  <a:pt x="0" y="0"/>
                </a:lnTo>
                <a:close/>
              </a:path>
            </a:pathLst>
          </a:custGeom>
          <a:blipFill rotWithShape="1">
            <a:blip r:embed="rId3">
              <a:alphaModFix amt="37000"/>
            </a:blip>
            <a:stretch>
              <a:fillRect b="-12418" l="0" r="0" t="-12418"/>
            </a:stretch>
          </a:blipFill>
          <a:ln>
            <a:noFill/>
          </a:ln>
        </p:spPr>
      </p:sp>
      <p:grpSp>
        <p:nvGrpSpPr>
          <p:cNvPr id="139" name="Google Shape;139;p4"/>
          <p:cNvGrpSpPr/>
          <p:nvPr/>
        </p:nvGrpSpPr>
        <p:grpSpPr>
          <a:xfrm>
            <a:off x="5882595" y="390765"/>
            <a:ext cx="8210393" cy="9041178"/>
            <a:chOff x="0" y="-38100"/>
            <a:chExt cx="2162408" cy="2381215"/>
          </a:xfrm>
        </p:grpSpPr>
        <p:sp>
          <p:nvSpPr>
            <p:cNvPr id="140" name="Google Shape;140;p4"/>
            <p:cNvSpPr/>
            <p:nvPr/>
          </p:nvSpPr>
          <p:spPr>
            <a:xfrm>
              <a:off x="0" y="0"/>
              <a:ext cx="2162408" cy="2343115"/>
            </a:xfrm>
            <a:custGeom>
              <a:rect b="b" l="l" r="r" t="t"/>
              <a:pathLst>
                <a:path extrusionOk="0" h="2343115" w="2162408">
                  <a:moveTo>
                    <a:pt x="30174" y="0"/>
                  </a:moveTo>
                  <a:lnTo>
                    <a:pt x="2132234" y="0"/>
                  </a:lnTo>
                  <a:cubicBezTo>
                    <a:pt x="2148899" y="0"/>
                    <a:pt x="2162408" y="13509"/>
                    <a:pt x="2162408" y="30174"/>
                  </a:cubicBezTo>
                  <a:lnTo>
                    <a:pt x="2162408" y="2312940"/>
                  </a:lnTo>
                  <a:cubicBezTo>
                    <a:pt x="2162408" y="2320943"/>
                    <a:pt x="2159229" y="2328618"/>
                    <a:pt x="2153570" y="2334277"/>
                  </a:cubicBezTo>
                  <a:cubicBezTo>
                    <a:pt x="2147912" y="2339935"/>
                    <a:pt x="2140237" y="2343115"/>
                    <a:pt x="2132234" y="2343115"/>
                  </a:cubicBezTo>
                  <a:lnTo>
                    <a:pt x="30174" y="2343115"/>
                  </a:lnTo>
                  <a:cubicBezTo>
                    <a:pt x="22171" y="2343115"/>
                    <a:pt x="14497" y="2339935"/>
                    <a:pt x="8838" y="2334277"/>
                  </a:cubicBezTo>
                  <a:cubicBezTo>
                    <a:pt x="3179" y="2328618"/>
                    <a:pt x="0" y="2320943"/>
                    <a:pt x="0" y="2312940"/>
                  </a:cubicBezTo>
                  <a:lnTo>
                    <a:pt x="0" y="30174"/>
                  </a:lnTo>
                  <a:cubicBezTo>
                    <a:pt x="0" y="13509"/>
                    <a:pt x="13509" y="0"/>
                    <a:pt x="30174" y="0"/>
                  </a:cubicBezTo>
                  <a:close/>
                </a:path>
              </a:pathLst>
            </a:custGeom>
            <a:solidFill>
              <a:srgbClr val="E4E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txBox="1"/>
            <p:nvPr/>
          </p:nvSpPr>
          <p:spPr>
            <a:xfrm>
              <a:off x="0" y="-38100"/>
              <a:ext cx="2162408" cy="238121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2" name="Google Shape;142;p4"/>
          <p:cNvSpPr txBox="1"/>
          <p:nvPr/>
        </p:nvSpPr>
        <p:spPr>
          <a:xfrm>
            <a:off x="6498375" y="1085850"/>
            <a:ext cx="7835100" cy="9258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15193E"/>
                </a:solidFill>
                <a:latin typeface="Ultra"/>
                <a:ea typeface="Ultra"/>
                <a:cs typeface="Ultra"/>
                <a:sym typeface="Ultra"/>
              </a:rPr>
              <a:t>ACTORES DEL</a:t>
            </a:r>
            <a:endParaRPr/>
          </a:p>
        </p:txBody>
      </p:sp>
      <p:sp>
        <p:nvSpPr>
          <p:cNvPr id="143" name="Google Shape;143;p4"/>
          <p:cNvSpPr txBox="1"/>
          <p:nvPr/>
        </p:nvSpPr>
        <p:spPr>
          <a:xfrm>
            <a:off x="6498375" y="1727200"/>
            <a:ext cx="7067100" cy="9258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FB02C"/>
                </a:solidFill>
                <a:latin typeface="Ultra"/>
                <a:ea typeface="Ultra"/>
                <a:cs typeface="Ultra"/>
                <a:sym typeface="Ultra"/>
              </a:rPr>
              <a:t>PROYECTO</a:t>
            </a:r>
            <a:endParaRPr/>
          </a:p>
        </p:txBody>
      </p:sp>
      <p:sp>
        <p:nvSpPr>
          <p:cNvPr id="144" name="Google Shape;144;p4"/>
          <p:cNvSpPr txBox="1"/>
          <p:nvPr/>
        </p:nvSpPr>
        <p:spPr>
          <a:xfrm>
            <a:off x="6277086" y="2858217"/>
            <a:ext cx="8056500" cy="62601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None/>
            </a:pPr>
            <a:r>
              <a:rPr b="0" i="0" lang="en-US" sz="2864" u="none" cap="none" strike="noStrike">
                <a:solidFill>
                  <a:srgbClr val="15193E"/>
                </a:solidFill>
                <a:latin typeface="Arial"/>
                <a:ea typeface="Arial"/>
                <a:cs typeface="Arial"/>
                <a:sym typeface="Arial"/>
              </a:rPr>
              <a:t>Patrocinador Cliente:</a:t>
            </a:r>
            <a:endParaRPr/>
          </a:p>
          <a:p>
            <a:pPr indent="0" lvl="0" marL="0" marR="0" rtl="0" algn="l">
              <a:lnSpc>
                <a:spcPct val="120006"/>
              </a:lnSpc>
              <a:spcBef>
                <a:spcPts val="0"/>
              </a:spcBef>
              <a:spcAft>
                <a:spcPts val="0"/>
              </a:spcAft>
              <a:buNone/>
            </a:pPr>
            <a:r>
              <a:rPr b="0" i="0" lang="en-US" sz="2864" u="none" cap="none" strike="noStrike">
                <a:solidFill>
                  <a:srgbClr val="15193E"/>
                </a:solidFill>
                <a:latin typeface="Arial"/>
                <a:ea typeface="Arial"/>
                <a:cs typeface="Arial"/>
                <a:sym typeface="Arial"/>
              </a:rPr>
              <a:t>Mario Sanchez</a:t>
            </a:r>
            <a:endParaRPr/>
          </a:p>
          <a:p>
            <a:pPr indent="0" lvl="0" marL="0" marR="0" rtl="0" algn="l">
              <a:lnSpc>
                <a:spcPct val="120006"/>
              </a:lnSpc>
              <a:spcBef>
                <a:spcPts val="0"/>
              </a:spcBef>
              <a:spcAft>
                <a:spcPts val="0"/>
              </a:spcAft>
              <a:buNone/>
            </a:pPr>
            <a:r>
              <a:t/>
            </a:r>
            <a:endParaRPr b="0" i="0" sz="2864" u="none" cap="none" strike="noStrike">
              <a:solidFill>
                <a:srgbClr val="15193E"/>
              </a:solidFill>
              <a:latin typeface="Arial"/>
              <a:ea typeface="Arial"/>
              <a:cs typeface="Arial"/>
              <a:sym typeface="Arial"/>
            </a:endParaRPr>
          </a:p>
          <a:p>
            <a:pPr indent="0" lvl="0" marL="0" marR="0" rtl="0" algn="l">
              <a:lnSpc>
                <a:spcPct val="120006"/>
              </a:lnSpc>
              <a:spcBef>
                <a:spcPts val="0"/>
              </a:spcBef>
              <a:spcAft>
                <a:spcPts val="0"/>
              </a:spcAft>
              <a:buNone/>
            </a:pPr>
            <a:r>
              <a:rPr b="0" i="0" lang="en-US" sz="2864" u="none" cap="none" strike="noStrike">
                <a:solidFill>
                  <a:srgbClr val="15193E"/>
                </a:solidFill>
                <a:latin typeface="Arial"/>
                <a:ea typeface="Arial"/>
                <a:cs typeface="Arial"/>
                <a:sym typeface="Arial"/>
              </a:rPr>
              <a:t>Stakeholder´s:</a:t>
            </a:r>
            <a:endParaRPr/>
          </a:p>
          <a:p>
            <a:pPr indent="0" lvl="0" marL="0" marR="0" rtl="0" algn="l">
              <a:lnSpc>
                <a:spcPct val="120006"/>
              </a:lnSpc>
              <a:spcBef>
                <a:spcPts val="0"/>
              </a:spcBef>
              <a:spcAft>
                <a:spcPts val="0"/>
              </a:spcAft>
              <a:buNone/>
            </a:pPr>
            <a:r>
              <a:rPr b="0" i="0" lang="en-US" sz="2864" u="none" cap="none" strike="noStrike">
                <a:solidFill>
                  <a:srgbClr val="15193E"/>
                </a:solidFill>
                <a:latin typeface="Arial"/>
                <a:ea typeface="Arial"/>
                <a:cs typeface="Arial"/>
                <a:sym typeface="Arial"/>
              </a:rPr>
              <a:t>Mario Sanchez</a:t>
            </a:r>
            <a:endParaRPr/>
          </a:p>
          <a:p>
            <a:pPr indent="0" lvl="0" marL="0" marR="0" rtl="0" algn="l">
              <a:lnSpc>
                <a:spcPct val="120006"/>
              </a:lnSpc>
              <a:spcBef>
                <a:spcPts val="0"/>
              </a:spcBef>
              <a:spcAft>
                <a:spcPts val="0"/>
              </a:spcAft>
              <a:buNone/>
            </a:pPr>
            <a:r>
              <a:rPr b="0" i="0" lang="en-US" sz="2864" u="none" cap="none" strike="noStrike">
                <a:solidFill>
                  <a:srgbClr val="15193E"/>
                </a:solidFill>
                <a:latin typeface="Arial"/>
                <a:ea typeface="Arial"/>
                <a:cs typeface="Arial"/>
                <a:sym typeface="Arial"/>
              </a:rPr>
              <a:t>Fabiola Torres</a:t>
            </a:r>
            <a:endParaRPr/>
          </a:p>
          <a:p>
            <a:pPr indent="0" lvl="0" marL="0" marR="0" rtl="0" algn="l">
              <a:lnSpc>
                <a:spcPct val="120006"/>
              </a:lnSpc>
              <a:spcBef>
                <a:spcPts val="0"/>
              </a:spcBef>
              <a:spcAft>
                <a:spcPts val="0"/>
              </a:spcAft>
              <a:buNone/>
            </a:pPr>
            <a:r>
              <a:t/>
            </a:r>
            <a:endParaRPr b="0" i="0" sz="2864" u="none" cap="none" strike="noStrike">
              <a:solidFill>
                <a:srgbClr val="15193E"/>
              </a:solidFill>
              <a:latin typeface="Arial"/>
              <a:ea typeface="Arial"/>
              <a:cs typeface="Arial"/>
              <a:sym typeface="Arial"/>
            </a:endParaRPr>
          </a:p>
          <a:p>
            <a:pPr indent="0" lvl="0" marL="0" marR="0" rtl="0" algn="l">
              <a:lnSpc>
                <a:spcPct val="120006"/>
              </a:lnSpc>
              <a:spcBef>
                <a:spcPts val="0"/>
              </a:spcBef>
              <a:spcAft>
                <a:spcPts val="0"/>
              </a:spcAft>
              <a:buNone/>
            </a:pPr>
            <a:r>
              <a:rPr b="0" i="0" lang="en-US" sz="2864" u="none" cap="none" strike="noStrike">
                <a:solidFill>
                  <a:srgbClr val="15193E"/>
                </a:solidFill>
                <a:latin typeface="Arial"/>
                <a:ea typeface="Arial"/>
                <a:cs typeface="Arial"/>
                <a:sym typeface="Arial"/>
              </a:rPr>
              <a:t>Equipo principal de proyecto:</a:t>
            </a:r>
            <a:endParaRPr/>
          </a:p>
          <a:p>
            <a:pPr indent="0" lvl="0" marL="0" marR="0" rtl="0" algn="l">
              <a:lnSpc>
                <a:spcPct val="120006"/>
              </a:lnSpc>
              <a:spcBef>
                <a:spcPts val="0"/>
              </a:spcBef>
              <a:spcAft>
                <a:spcPts val="0"/>
              </a:spcAft>
              <a:buNone/>
            </a:pPr>
            <a:r>
              <a:t/>
            </a:r>
            <a:endParaRPr b="0" i="0" sz="2864" u="none" cap="none" strike="noStrike">
              <a:solidFill>
                <a:srgbClr val="15193E"/>
              </a:solidFill>
              <a:latin typeface="Arial"/>
              <a:ea typeface="Arial"/>
              <a:cs typeface="Arial"/>
              <a:sym typeface="Arial"/>
            </a:endParaRPr>
          </a:p>
          <a:p>
            <a:pPr indent="0" lvl="0" marL="0" marR="0" rtl="0" algn="l">
              <a:lnSpc>
                <a:spcPct val="120006"/>
              </a:lnSpc>
              <a:spcBef>
                <a:spcPts val="0"/>
              </a:spcBef>
              <a:spcAft>
                <a:spcPts val="0"/>
              </a:spcAft>
              <a:buNone/>
            </a:pPr>
            <a:r>
              <a:rPr b="0" i="0" lang="en-US" sz="2864" u="none" cap="none" strike="noStrike">
                <a:solidFill>
                  <a:srgbClr val="15193E"/>
                </a:solidFill>
                <a:latin typeface="Arial"/>
                <a:ea typeface="Arial"/>
                <a:cs typeface="Arial"/>
                <a:sym typeface="Arial"/>
              </a:rPr>
              <a:t>Nicolás Rocha: Desarrollador de Backend</a:t>
            </a:r>
            <a:endParaRPr/>
          </a:p>
          <a:p>
            <a:pPr indent="0" lvl="0" marL="0" marR="0" rtl="0" algn="l">
              <a:lnSpc>
                <a:spcPct val="120006"/>
              </a:lnSpc>
              <a:spcBef>
                <a:spcPts val="0"/>
              </a:spcBef>
              <a:spcAft>
                <a:spcPts val="0"/>
              </a:spcAft>
              <a:buNone/>
            </a:pPr>
            <a:r>
              <a:rPr b="0" i="0" lang="en-US" sz="2864" u="none" cap="none" strike="noStrike">
                <a:solidFill>
                  <a:srgbClr val="15193E"/>
                </a:solidFill>
                <a:latin typeface="Arial"/>
                <a:ea typeface="Arial"/>
                <a:cs typeface="Arial"/>
                <a:sym typeface="Arial"/>
              </a:rPr>
              <a:t>Janiz Carreño: Diseñadora UX/UI</a:t>
            </a:r>
            <a:endParaRPr/>
          </a:p>
          <a:p>
            <a:pPr indent="0" lvl="0" marL="0" marR="0" rtl="0" algn="l">
              <a:lnSpc>
                <a:spcPct val="120006"/>
              </a:lnSpc>
              <a:spcBef>
                <a:spcPts val="0"/>
              </a:spcBef>
              <a:spcAft>
                <a:spcPts val="0"/>
              </a:spcAft>
              <a:buNone/>
            </a:pPr>
            <a:r>
              <a:rPr b="0" i="0" lang="en-US" sz="2864" u="none" cap="none" strike="noStrike">
                <a:solidFill>
                  <a:srgbClr val="15193E"/>
                </a:solidFill>
                <a:latin typeface="Arial"/>
                <a:ea typeface="Arial"/>
                <a:cs typeface="Arial"/>
                <a:sym typeface="Arial"/>
              </a:rPr>
              <a:t>Carolina Sanchez: Líder del proyecto</a:t>
            </a:r>
            <a:endParaRPr/>
          </a:p>
        </p:txBody>
      </p:sp>
      <p:sp>
        <p:nvSpPr>
          <p:cNvPr id="145" name="Google Shape;145;p4"/>
          <p:cNvSpPr/>
          <p:nvPr/>
        </p:nvSpPr>
        <p:spPr>
          <a:xfrm>
            <a:off x="1653028" y="535426"/>
            <a:ext cx="2726935" cy="1621287"/>
          </a:xfrm>
          <a:custGeom>
            <a:rect b="b" l="l" r="r" t="t"/>
            <a:pathLst>
              <a:path extrusionOk="0" h="1621287" w="2726935">
                <a:moveTo>
                  <a:pt x="0" y="0"/>
                </a:moveTo>
                <a:lnTo>
                  <a:pt x="2726935" y="0"/>
                </a:lnTo>
                <a:lnTo>
                  <a:pt x="2726935" y="1621287"/>
                </a:lnTo>
                <a:lnTo>
                  <a:pt x="0" y="1621287"/>
                </a:lnTo>
                <a:lnTo>
                  <a:pt x="0" y="0"/>
                </a:lnTo>
                <a:close/>
              </a:path>
            </a:pathLst>
          </a:custGeom>
          <a:blipFill rotWithShape="1">
            <a:blip r:embed="rId4">
              <a:alphaModFix/>
            </a:blip>
            <a:stretch>
              <a:fillRect b="0" l="0" r="0" t="0"/>
            </a:stretch>
          </a:blipFill>
          <a:ln>
            <a:noFill/>
          </a:ln>
        </p:spPr>
      </p:sp>
      <p:sp>
        <p:nvSpPr>
          <p:cNvPr id="146" name="Google Shape;146;p4"/>
          <p:cNvSpPr/>
          <p:nvPr/>
        </p:nvSpPr>
        <p:spPr>
          <a:xfrm>
            <a:off x="571156" y="1610537"/>
            <a:ext cx="2599390" cy="1545456"/>
          </a:xfrm>
          <a:custGeom>
            <a:rect b="b" l="l" r="r" t="t"/>
            <a:pathLst>
              <a:path extrusionOk="0" h="1545456" w="2599390">
                <a:moveTo>
                  <a:pt x="0" y="0"/>
                </a:moveTo>
                <a:lnTo>
                  <a:pt x="2599391" y="0"/>
                </a:lnTo>
                <a:lnTo>
                  <a:pt x="2599391" y="1545455"/>
                </a:lnTo>
                <a:lnTo>
                  <a:pt x="0" y="154545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150" name="Shape 150"/>
        <p:cNvGrpSpPr/>
        <p:nvPr/>
      </p:nvGrpSpPr>
      <p:grpSpPr>
        <a:xfrm>
          <a:off x="0" y="0"/>
          <a:ext cx="0" cy="0"/>
          <a:chOff x="0" y="0"/>
          <a:chExt cx="0" cy="0"/>
        </a:xfrm>
      </p:grpSpPr>
      <p:sp>
        <p:nvSpPr>
          <p:cNvPr id="151" name="Google Shape;151;p5"/>
          <p:cNvSpPr/>
          <p:nvPr/>
        </p:nvSpPr>
        <p:spPr>
          <a:xfrm>
            <a:off x="-127795"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152" name="Google Shape;152;p5"/>
          <p:cNvSpPr/>
          <p:nvPr/>
        </p:nvSpPr>
        <p:spPr>
          <a:xfrm flipH="1">
            <a:off x="15626102" y="-549566"/>
            <a:ext cx="2789693" cy="1658599"/>
          </a:xfrm>
          <a:custGeom>
            <a:rect b="b" l="l" r="r" t="t"/>
            <a:pathLst>
              <a:path extrusionOk="0" h="1658599" w="2789693">
                <a:moveTo>
                  <a:pt x="2789693" y="0"/>
                </a:moveTo>
                <a:lnTo>
                  <a:pt x="0" y="0"/>
                </a:lnTo>
                <a:lnTo>
                  <a:pt x="0" y="1658599"/>
                </a:lnTo>
                <a:lnTo>
                  <a:pt x="2789693" y="1658599"/>
                </a:lnTo>
                <a:lnTo>
                  <a:pt x="2789693" y="0"/>
                </a:lnTo>
                <a:close/>
              </a:path>
            </a:pathLst>
          </a:custGeom>
          <a:blipFill rotWithShape="1">
            <a:blip r:embed="rId3">
              <a:alphaModFix/>
            </a:blip>
            <a:stretch>
              <a:fillRect b="0" l="0" r="0" t="0"/>
            </a:stretch>
          </a:blipFill>
          <a:ln>
            <a:noFill/>
          </a:ln>
        </p:spPr>
      </p:sp>
      <p:sp>
        <p:nvSpPr>
          <p:cNvPr id="153" name="Google Shape;153;p5"/>
          <p:cNvSpPr/>
          <p:nvPr/>
        </p:nvSpPr>
        <p:spPr>
          <a:xfrm>
            <a:off x="-1060994" y="451930"/>
            <a:ext cx="2789693" cy="1658599"/>
          </a:xfrm>
          <a:custGeom>
            <a:rect b="b" l="l" r="r" t="t"/>
            <a:pathLst>
              <a:path extrusionOk="0" h="1658599" w="2789693">
                <a:moveTo>
                  <a:pt x="0" y="0"/>
                </a:moveTo>
                <a:lnTo>
                  <a:pt x="2789692" y="0"/>
                </a:lnTo>
                <a:lnTo>
                  <a:pt x="2789692" y="1658600"/>
                </a:lnTo>
                <a:lnTo>
                  <a:pt x="0" y="1658600"/>
                </a:lnTo>
                <a:lnTo>
                  <a:pt x="0" y="0"/>
                </a:lnTo>
                <a:close/>
              </a:path>
            </a:pathLst>
          </a:custGeom>
          <a:blipFill rotWithShape="1">
            <a:blip r:embed="rId3">
              <a:alphaModFix/>
            </a:blip>
            <a:stretch>
              <a:fillRect b="0" l="0" r="0" t="0"/>
            </a:stretch>
          </a:blipFill>
          <a:ln>
            <a:noFill/>
          </a:ln>
        </p:spPr>
      </p:sp>
      <p:sp>
        <p:nvSpPr>
          <p:cNvPr id="154" name="Google Shape;154;p5"/>
          <p:cNvSpPr/>
          <p:nvPr/>
        </p:nvSpPr>
        <p:spPr>
          <a:xfrm flipH="1">
            <a:off x="16559302" y="451930"/>
            <a:ext cx="2789693" cy="1658599"/>
          </a:xfrm>
          <a:custGeom>
            <a:rect b="b" l="l" r="r" t="t"/>
            <a:pathLst>
              <a:path extrusionOk="0" h="1658599" w="2789693">
                <a:moveTo>
                  <a:pt x="2789692" y="0"/>
                </a:moveTo>
                <a:lnTo>
                  <a:pt x="0" y="0"/>
                </a:lnTo>
                <a:lnTo>
                  <a:pt x="0" y="1658600"/>
                </a:lnTo>
                <a:lnTo>
                  <a:pt x="2789692" y="1658600"/>
                </a:lnTo>
                <a:lnTo>
                  <a:pt x="2789692" y="0"/>
                </a:lnTo>
                <a:close/>
              </a:path>
            </a:pathLst>
          </a:custGeom>
          <a:blipFill rotWithShape="1">
            <a:blip r:embed="rId3">
              <a:alphaModFix/>
            </a:blip>
            <a:stretch>
              <a:fillRect b="0" l="0" r="0" t="0"/>
            </a:stretch>
          </a:blipFill>
          <a:ln>
            <a:noFill/>
          </a:ln>
        </p:spPr>
      </p:sp>
      <p:sp>
        <p:nvSpPr>
          <p:cNvPr id="155" name="Google Shape;155;p5"/>
          <p:cNvSpPr/>
          <p:nvPr/>
        </p:nvSpPr>
        <p:spPr>
          <a:xfrm>
            <a:off x="-847471" y="-422617"/>
            <a:ext cx="2362646" cy="1404701"/>
          </a:xfrm>
          <a:custGeom>
            <a:rect b="b" l="l" r="r" t="t"/>
            <a:pathLst>
              <a:path extrusionOk="0" h="1404701" w="2362646">
                <a:moveTo>
                  <a:pt x="0" y="0"/>
                </a:moveTo>
                <a:lnTo>
                  <a:pt x="2362646" y="0"/>
                </a:lnTo>
                <a:lnTo>
                  <a:pt x="2362646" y="1404701"/>
                </a:lnTo>
                <a:lnTo>
                  <a:pt x="0" y="1404701"/>
                </a:lnTo>
                <a:lnTo>
                  <a:pt x="0" y="0"/>
                </a:lnTo>
                <a:close/>
              </a:path>
            </a:pathLst>
          </a:custGeom>
          <a:blipFill rotWithShape="1">
            <a:blip r:embed="rId3">
              <a:alphaModFix/>
            </a:blip>
            <a:stretch>
              <a:fillRect b="0" l="0" r="0" t="0"/>
            </a:stretch>
          </a:blipFill>
          <a:ln>
            <a:noFill/>
          </a:ln>
        </p:spPr>
      </p:sp>
      <p:sp>
        <p:nvSpPr>
          <p:cNvPr id="156" name="Google Shape;156;p5"/>
          <p:cNvSpPr/>
          <p:nvPr/>
        </p:nvSpPr>
        <p:spPr>
          <a:xfrm flipH="1">
            <a:off x="16772825" y="-422617"/>
            <a:ext cx="2362646" cy="1404701"/>
          </a:xfrm>
          <a:custGeom>
            <a:rect b="b" l="l" r="r" t="t"/>
            <a:pathLst>
              <a:path extrusionOk="0" h="1404701" w="2362646">
                <a:moveTo>
                  <a:pt x="2362646" y="0"/>
                </a:moveTo>
                <a:lnTo>
                  <a:pt x="0" y="0"/>
                </a:lnTo>
                <a:lnTo>
                  <a:pt x="0" y="1404701"/>
                </a:lnTo>
                <a:lnTo>
                  <a:pt x="2362646" y="1404701"/>
                </a:lnTo>
                <a:lnTo>
                  <a:pt x="2362646" y="0"/>
                </a:lnTo>
                <a:close/>
              </a:path>
            </a:pathLst>
          </a:custGeom>
          <a:blipFill rotWithShape="1">
            <a:blip r:embed="rId3">
              <a:alphaModFix/>
            </a:blip>
            <a:stretch>
              <a:fillRect b="0" l="0" r="0" t="0"/>
            </a:stretch>
          </a:blipFill>
          <a:ln>
            <a:noFill/>
          </a:ln>
        </p:spPr>
      </p:sp>
      <p:sp>
        <p:nvSpPr>
          <p:cNvPr id="157" name="Google Shape;157;p5"/>
          <p:cNvSpPr/>
          <p:nvPr/>
        </p:nvSpPr>
        <p:spPr>
          <a:xfrm>
            <a:off x="0" y="9416472"/>
            <a:ext cx="18288000" cy="870528"/>
          </a:xfrm>
          <a:custGeom>
            <a:rect b="b" l="l" r="r" t="t"/>
            <a:pathLst>
              <a:path extrusionOk="0" h="870528" w="18288000">
                <a:moveTo>
                  <a:pt x="0" y="0"/>
                </a:moveTo>
                <a:lnTo>
                  <a:pt x="18288000" y="0"/>
                </a:lnTo>
                <a:lnTo>
                  <a:pt x="18288000" y="870528"/>
                </a:lnTo>
                <a:lnTo>
                  <a:pt x="0" y="870528"/>
                </a:lnTo>
                <a:lnTo>
                  <a:pt x="0" y="0"/>
                </a:lnTo>
                <a:close/>
              </a:path>
            </a:pathLst>
          </a:custGeom>
          <a:blipFill rotWithShape="1">
            <a:blip r:embed="rId4">
              <a:alphaModFix/>
            </a:blip>
            <a:stretch>
              <a:fillRect b="0" l="0" r="0" t="-2000397"/>
            </a:stretch>
          </a:blipFill>
          <a:ln>
            <a:noFill/>
          </a:ln>
        </p:spPr>
      </p:sp>
      <p:sp>
        <p:nvSpPr>
          <p:cNvPr id="158" name="Google Shape;158;p5"/>
          <p:cNvSpPr txBox="1"/>
          <p:nvPr/>
        </p:nvSpPr>
        <p:spPr>
          <a:xfrm>
            <a:off x="1639547" y="1437684"/>
            <a:ext cx="6816548"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15193E"/>
                </a:solidFill>
                <a:latin typeface="Ultra"/>
                <a:ea typeface="Ultra"/>
                <a:cs typeface="Ultra"/>
                <a:sym typeface="Ultra"/>
              </a:rPr>
              <a:t>PRINCIPALES</a:t>
            </a:r>
            <a:endParaRPr/>
          </a:p>
        </p:txBody>
      </p:sp>
      <p:sp>
        <p:nvSpPr>
          <p:cNvPr id="159" name="Google Shape;159;p5"/>
          <p:cNvSpPr txBox="1"/>
          <p:nvPr/>
        </p:nvSpPr>
        <p:spPr>
          <a:xfrm>
            <a:off x="8639351" y="1437680"/>
            <a:ext cx="6816600" cy="9258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FB02C"/>
                </a:solidFill>
                <a:latin typeface="Ultra"/>
                <a:ea typeface="Ultra"/>
                <a:cs typeface="Ultra"/>
                <a:sym typeface="Ultra"/>
              </a:rPr>
              <a:t>ÉPICAS</a:t>
            </a:r>
            <a:endParaRPr/>
          </a:p>
        </p:txBody>
      </p:sp>
      <p:sp>
        <p:nvSpPr>
          <p:cNvPr id="160" name="Google Shape;160;p5"/>
          <p:cNvSpPr txBox="1"/>
          <p:nvPr/>
        </p:nvSpPr>
        <p:spPr>
          <a:xfrm>
            <a:off x="1028700" y="2877261"/>
            <a:ext cx="8524600" cy="7051903"/>
          </a:xfrm>
          <a:prstGeom prst="rect">
            <a:avLst/>
          </a:prstGeom>
          <a:noFill/>
          <a:ln>
            <a:noFill/>
          </a:ln>
        </p:spPr>
        <p:txBody>
          <a:bodyPr anchorCtr="0" anchor="t" bIns="0" lIns="0" spcFirstLastPara="1" rIns="0" wrap="square" tIns="0">
            <a:spAutoFit/>
          </a:bodyPr>
          <a:lstStyle/>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Gestión del Proyecto y Configuración Inicial</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Diseño de Experiencia de Usuario (UX/UI)</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Desarrollo del Catálogo de Productos</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Gestión de Usuarios y Autenticación</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Carrito de Compras y Proceso de Checkout</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Pasarela de Pagos y Transacciones</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Panel de Administración</a:t>
            </a:r>
            <a:endParaRPr/>
          </a:p>
          <a:p>
            <a:pPr indent="0" lvl="0" marL="0" marR="0" rtl="0" algn="l">
              <a:lnSpc>
                <a:spcPct val="97781"/>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0" lvl="0" marL="0" marR="0" rtl="0" algn="l">
              <a:lnSpc>
                <a:spcPct val="115406"/>
              </a:lnSpc>
              <a:spcBef>
                <a:spcPts val="0"/>
              </a:spcBef>
              <a:spcAft>
                <a:spcPts val="0"/>
              </a:spcAft>
              <a:buNone/>
            </a:pPr>
            <a:r>
              <a:t/>
            </a:r>
            <a:endParaRPr b="0" i="0" sz="3200" u="none" cap="none" strike="noStrike">
              <a:solidFill>
                <a:srgbClr val="15193E"/>
              </a:solidFill>
              <a:latin typeface="Arial"/>
              <a:ea typeface="Arial"/>
              <a:cs typeface="Arial"/>
              <a:sym typeface="Arial"/>
            </a:endParaRPr>
          </a:p>
        </p:txBody>
      </p:sp>
      <p:sp>
        <p:nvSpPr>
          <p:cNvPr id="161" name="Google Shape;161;p5"/>
          <p:cNvSpPr txBox="1"/>
          <p:nvPr/>
        </p:nvSpPr>
        <p:spPr>
          <a:xfrm>
            <a:off x="9324700" y="2877261"/>
            <a:ext cx="7706000" cy="4658614"/>
          </a:xfrm>
          <a:prstGeom prst="rect">
            <a:avLst/>
          </a:prstGeom>
          <a:noFill/>
          <a:ln>
            <a:noFill/>
          </a:ln>
        </p:spPr>
        <p:txBody>
          <a:bodyPr anchorCtr="0" anchor="t" bIns="0" lIns="0" spcFirstLastPara="1" rIns="0" wrap="square" tIns="0">
            <a:spAutoFit/>
          </a:bodyPr>
          <a:lstStyle/>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Sistema de Notificaciones</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Blog y Gestión de Contenidos</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Pruebas, Despliegue y Mantenimiento</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Optimización y SEO</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a:p>
            <a:pPr indent="-345439" lvl="1" marL="690881" marR="0" rtl="0" algn="l">
              <a:lnSpc>
                <a:spcPct val="94000"/>
              </a:lnSpc>
              <a:spcBef>
                <a:spcPts val="0"/>
              </a:spcBef>
              <a:spcAft>
                <a:spcPts val="0"/>
              </a:spcAft>
              <a:buClr>
                <a:srgbClr val="15193E"/>
              </a:buClr>
              <a:buSzPts val="3200"/>
              <a:buFont typeface="Arial"/>
              <a:buChar char="•"/>
            </a:pPr>
            <a:r>
              <a:rPr b="0" i="0" lang="en-US" sz="3200" u="none" cap="none" strike="noStrike">
                <a:solidFill>
                  <a:srgbClr val="15193E"/>
                </a:solidFill>
                <a:latin typeface="Arial"/>
                <a:ea typeface="Arial"/>
                <a:cs typeface="Arial"/>
                <a:sym typeface="Arial"/>
              </a:rPr>
              <a:t>Capacitación y Transferencia de Conocimiento</a:t>
            </a:r>
            <a:endParaRPr/>
          </a:p>
          <a:p>
            <a:pPr indent="0" lvl="0" marL="0" marR="0" rtl="0" algn="l">
              <a:lnSpc>
                <a:spcPct val="94000"/>
              </a:lnSpc>
              <a:spcBef>
                <a:spcPts val="0"/>
              </a:spcBef>
              <a:spcAft>
                <a:spcPts val="0"/>
              </a:spcAft>
              <a:buNone/>
            </a:pPr>
            <a:r>
              <a:t/>
            </a:r>
            <a:endParaRPr b="0" i="0" sz="3200" u="none" cap="none" strike="noStrike">
              <a:solidFill>
                <a:srgbClr val="15193E"/>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165" name="Shape 165"/>
        <p:cNvGrpSpPr/>
        <p:nvPr/>
      </p:nvGrpSpPr>
      <p:grpSpPr>
        <a:xfrm>
          <a:off x="0" y="0"/>
          <a:ext cx="0" cy="0"/>
          <a:chOff x="0" y="0"/>
          <a:chExt cx="0" cy="0"/>
        </a:xfrm>
      </p:grpSpPr>
      <p:sp>
        <p:nvSpPr>
          <p:cNvPr id="166" name="Google Shape;166;p6"/>
          <p:cNvSpPr/>
          <p:nvPr/>
        </p:nvSpPr>
        <p:spPr>
          <a:xfrm flipH="1">
            <a:off x="-6029550" y="0"/>
            <a:ext cx="7668455" cy="10401374"/>
          </a:xfrm>
          <a:custGeom>
            <a:rect b="b" l="l" r="r" t="t"/>
            <a:pathLst>
              <a:path extrusionOk="0" h="10401374" w="7668455">
                <a:moveTo>
                  <a:pt x="7668456" y="0"/>
                </a:moveTo>
                <a:lnTo>
                  <a:pt x="0" y="0"/>
                </a:lnTo>
                <a:lnTo>
                  <a:pt x="0" y="10401374"/>
                </a:lnTo>
                <a:lnTo>
                  <a:pt x="7668456" y="10401374"/>
                </a:lnTo>
                <a:lnTo>
                  <a:pt x="7668456" y="0"/>
                </a:lnTo>
                <a:close/>
              </a:path>
            </a:pathLst>
          </a:custGeom>
          <a:blipFill rotWithShape="1">
            <a:blip r:embed="rId3">
              <a:alphaModFix/>
            </a:blip>
            <a:stretch>
              <a:fillRect b="0" l="0" r="-35637" t="0"/>
            </a:stretch>
          </a:blipFill>
          <a:ln>
            <a:noFill/>
          </a:ln>
        </p:spPr>
      </p:sp>
      <p:sp>
        <p:nvSpPr>
          <p:cNvPr id="167" name="Google Shape;167;p6"/>
          <p:cNvSpPr/>
          <p:nvPr/>
        </p:nvSpPr>
        <p:spPr>
          <a:xfrm flipH="1">
            <a:off x="15682795" y="-549566"/>
            <a:ext cx="2789693" cy="1658599"/>
          </a:xfrm>
          <a:custGeom>
            <a:rect b="b" l="l" r="r" t="t"/>
            <a:pathLst>
              <a:path extrusionOk="0" h="1658599" w="2789693">
                <a:moveTo>
                  <a:pt x="2789692" y="0"/>
                </a:moveTo>
                <a:lnTo>
                  <a:pt x="0" y="0"/>
                </a:lnTo>
                <a:lnTo>
                  <a:pt x="0" y="1658599"/>
                </a:lnTo>
                <a:lnTo>
                  <a:pt x="2789692" y="1658599"/>
                </a:lnTo>
                <a:lnTo>
                  <a:pt x="2789692" y="0"/>
                </a:lnTo>
                <a:close/>
              </a:path>
            </a:pathLst>
          </a:custGeom>
          <a:blipFill rotWithShape="1">
            <a:blip r:embed="rId4">
              <a:alphaModFix/>
            </a:blip>
            <a:stretch>
              <a:fillRect b="0" l="0" r="0" t="0"/>
            </a:stretch>
          </a:blipFill>
          <a:ln>
            <a:noFill/>
          </a:ln>
        </p:spPr>
      </p:sp>
      <p:sp>
        <p:nvSpPr>
          <p:cNvPr id="168" name="Google Shape;168;p6"/>
          <p:cNvSpPr/>
          <p:nvPr/>
        </p:nvSpPr>
        <p:spPr>
          <a:xfrm flipH="1">
            <a:off x="16559302" y="451930"/>
            <a:ext cx="2789693" cy="1658599"/>
          </a:xfrm>
          <a:custGeom>
            <a:rect b="b" l="l" r="r" t="t"/>
            <a:pathLst>
              <a:path extrusionOk="0" h="1658599" w="2789693">
                <a:moveTo>
                  <a:pt x="2789692" y="0"/>
                </a:moveTo>
                <a:lnTo>
                  <a:pt x="0" y="0"/>
                </a:lnTo>
                <a:lnTo>
                  <a:pt x="0" y="1658600"/>
                </a:lnTo>
                <a:lnTo>
                  <a:pt x="2789692" y="1658600"/>
                </a:lnTo>
                <a:lnTo>
                  <a:pt x="2789692" y="0"/>
                </a:lnTo>
                <a:close/>
              </a:path>
            </a:pathLst>
          </a:custGeom>
          <a:blipFill rotWithShape="1">
            <a:blip r:embed="rId4">
              <a:alphaModFix/>
            </a:blip>
            <a:stretch>
              <a:fillRect b="0" l="0" r="0" t="0"/>
            </a:stretch>
          </a:blipFill>
          <a:ln>
            <a:noFill/>
          </a:ln>
        </p:spPr>
      </p:sp>
      <p:sp>
        <p:nvSpPr>
          <p:cNvPr id="169" name="Google Shape;169;p6"/>
          <p:cNvSpPr/>
          <p:nvPr/>
        </p:nvSpPr>
        <p:spPr>
          <a:xfrm flipH="1">
            <a:off x="16772825" y="-422617"/>
            <a:ext cx="2362646" cy="1404701"/>
          </a:xfrm>
          <a:custGeom>
            <a:rect b="b" l="l" r="r" t="t"/>
            <a:pathLst>
              <a:path extrusionOk="0" h="1404701" w="2362646">
                <a:moveTo>
                  <a:pt x="2362646" y="0"/>
                </a:moveTo>
                <a:lnTo>
                  <a:pt x="0" y="0"/>
                </a:lnTo>
                <a:lnTo>
                  <a:pt x="0" y="1404701"/>
                </a:lnTo>
                <a:lnTo>
                  <a:pt x="2362646" y="1404701"/>
                </a:lnTo>
                <a:lnTo>
                  <a:pt x="2362646" y="0"/>
                </a:lnTo>
                <a:close/>
              </a:path>
            </a:pathLst>
          </a:custGeom>
          <a:blipFill rotWithShape="1">
            <a:blip r:embed="rId4">
              <a:alphaModFix/>
            </a:blip>
            <a:stretch>
              <a:fillRect b="0" l="0" r="0" t="0"/>
            </a:stretch>
          </a:blipFill>
          <a:ln>
            <a:noFill/>
          </a:ln>
        </p:spPr>
      </p:sp>
      <p:sp>
        <p:nvSpPr>
          <p:cNvPr id="170" name="Google Shape;170;p6"/>
          <p:cNvSpPr/>
          <p:nvPr/>
        </p:nvSpPr>
        <p:spPr>
          <a:xfrm rot="10800000">
            <a:off x="15682795" y="9177967"/>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4">
              <a:alphaModFix/>
            </a:blip>
            <a:stretch>
              <a:fillRect b="0" l="0" r="0" t="0"/>
            </a:stretch>
          </a:blipFill>
          <a:ln>
            <a:noFill/>
          </a:ln>
        </p:spPr>
      </p:sp>
      <p:sp>
        <p:nvSpPr>
          <p:cNvPr id="171" name="Google Shape;171;p6"/>
          <p:cNvSpPr/>
          <p:nvPr/>
        </p:nvSpPr>
        <p:spPr>
          <a:xfrm rot="10800000">
            <a:off x="16559302" y="8234368"/>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4">
              <a:alphaModFix/>
            </a:blip>
            <a:stretch>
              <a:fillRect b="0" l="0" r="0" t="0"/>
            </a:stretch>
          </a:blipFill>
          <a:ln>
            <a:noFill/>
          </a:ln>
        </p:spPr>
      </p:sp>
      <p:sp>
        <p:nvSpPr>
          <p:cNvPr id="172" name="Google Shape;172;p6"/>
          <p:cNvSpPr/>
          <p:nvPr/>
        </p:nvSpPr>
        <p:spPr>
          <a:xfrm rot="10800000">
            <a:off x="16772825" y="9238143"/>
            <a:ext cx="2362646" cy="1404701"/>
          </a:xfrm>
          <a:custGeom>
            <a:rect b="b" l="l" r="r" t="t"/>
            <a:pathLst>
              <a:path extrusionOk="0" h="1404701" w="2362646">
                <a:moveTo>
                  <a:pt x="2362646" y="1404701"/>
                </a:moveTo>
                <a:lnTo>
                  <a:pt x="0" y="1404701"/>
                </a:lnTo>
                <a:lnTo>
                  <a:pt x="0" y="0"/>
                </a:lnTo>
                <a:lnTo>
                  <a:pt x="2362646" y="0"/>
                </a:lnTo>
                <a:lnTo>
                  <a:pt x="2362646" y="1404701"/>
                </a:lnTo>
                <a:close/>
              </a:path>
            </a:pathLst>
          </a:custGeom>
          <a:blipFill rotWithShape="1">
            <a:blip r:embed="rId4">
              <a:alphaModFix/>
            </a:blip>
            <a:stretch>
              <a:fillRect b="0" l="0" r="0" t="0"/>
            </a:stretch>
          </a:blipFill>
          <a:ln>
            <a:noFill/>
          </a:ln>
        </p:spPr>
      </p:sp>
      <p:sp>
        <p:nvSpPr>
          <p:cNvPr id="173" name="Google Shape;173;p6"/>
          <p:cNvSpPr/>
          <p:nvPr/>
        </p:nvSpPr>
        <p:spPr>
          <a:xfrm>
            <a:off x="1638906" y="759036"/>
            <a:ext cx="16315242" cy="9527964"/>
          </a:xfrm>
          <a:custGeom>
            <a:rect b="b" l="l" r="r" t="t"/>
            <a:pathLst>
              <a:path extrusionOk="0" h="9527964" w="16315242">
                <a:moveTo>
                  <a:pt x="0" y="0"/>
                </a:moveTo>
                <a:lnTo>
                  <a:pt x="16315242" y="0"/>
                </a:lnTo>
                <a:lnTo>
                  <a:pt x="16315242" y="9527964"/>
                </a:lnTo>
                <a:lnTo>
                  <a:pt x="0" y="9527964"/>
                </a:lnTo>
                <a:lnTo>
                  <a:pt x="0" y="0"/>
                </a:lnTo>
                <a:close/>
              </a:path>
            </a:pathLst>
          </a:custGeom>
          <a:blipFill rotWithShape="1">
            <a:blip r:embed="rId5">
              <a:alphaModFix/>
            </a:blip>
            <a:stretch>
              <a:fillRect b="-5765" l="0" r="0" t="0"/>
            </a:stretch>
          </a:blipFill>
          <a:ln>
            <a:noFill/>
          </a:ln>
        </p:spPr>
      </p:sp>
      <p:sp>
        <p:nvSpPr>
          <p:cNvPr id="174" name="Google Shape;174;p6"/>
          <p:cNvSpPr txBox="1"/>
          <p:nvPr/>
        </p:nvSpPr>
        <p:spPr>
          <a:xfrm>
            <a:off x="1964174" y="679519"/>
            <a:ext cx="10629452"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15193E"/>
                </a:solidFill>
                <a:latin typeface="Ultra"/>
                <a:ea typeface="Ultra"/>
                <a:cs typeface="Ultra"/>
                <a:sym typeface="Ultra"/>
              </a:rPr>
              <a:t>SOLUCIÓN ESPERADA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3E"/>
        </a:solidFill>
      </p:bgPr>
    </p:bg>
    <p:spTree>
      <p:nvGrpSpPr>
        <p:cNvPr id="178" name="Shape 178"/>
        <p:cNvGrpSpPr/>
        <p:nvPr/>
      </p:nvGrpSpPr>
      <p:grpSpPr>
        <a:xfrm>
          <a:off x="0" y="0"/>
          <a:ext cx="0" cy="0"/>
          <a:chOff x="0" y="0"/>
          <a:chExt cx="0" cy="0"/>
        </a:xfrm>
      </p:grpSpPr>
      <p:sp>
        <p:nvSpPr>
          <p:cNvPr id="179" name="Google Shape;179;p7"/>
          <p:cNvSpPr/>
          <p:nvPr/>
        </p:nvSpPr>
        <p:spPr>
          <a:xfrm>
            <a:off x="-127795"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180" name="Google Shape;180;p7"/>
          <p:cNvSpPr/>
          <p:nvPr/>
        </p:nvSpPr>
        <p:spPr>
          <a:xfrm>
            <a:off x="-1060994" y="451930"/>
            <a:ext cx="2789693" cy="1658599"/>
          </a:xfrm>
          <a:custGeom>
            <a:rect b="b" l="l" r="r" t="t"/>
            <a:pathLst>
              <a:path extrusionOk="0" h="1658599" w="2789693">
                <a:moveTo>
                  <a:pt x="0" y="0"/>
                </a:moveTo>
                <a:lnTo>
                  <a:pt x="2789692" y="0"/>
                </a:lnTo>
                <a:lnTo>
                  <a:pt x="2789692" y="1658600"/>
                </a:lnTo>
                <a:lnTo>
                  <a:pt x="0" y="1658600"/>
                </a:lnTo>
                <a:lnTo>
                  <a:pt x="0" y="0"/>
                </a:lnTo>
                <a:close/>
              </a:path>
            </a:pathLst>
          </a:custGeom>
          <a:blipFill rotWithShape="1">
            <a:blip r:embed="rId3">
              <a:alphaModFix/>
            </a:blip>
            <a:stretch>
              <a:fillRect b="0" l="0" r="0" t="0"/>
            </a:stretch>
          </a:blipFill>
          <a:ln>
            <a:noFill/>
          </a:ln>
        </p:spPr>
      </p:sp>
      <p:sp>
        <p:nvSpPr>
          <p:cNvPr id="181" name="Google Shape;181;p7"/>
          <p:cNvSpPr/>
          <p:nvPr/>
        </p:nvSpPr>
        <p:spPr>
          <a:xfrm>
            <a:off x="-847471" y="-422617"/>
            <a:ext cx="2362646" cy="1404701"/>
          </a:xfrm>
          <a:custGeom>
            <a:rect b="b" l="l" r="r" t="t"/>
            <a:pathLst>
              <a:path extrusionOk="0" h="1404701" w="2362646">
                <a:moveTo>
                  <a:pt x="0" y="0"/>
                </a:moveTo>
                <a:lnTo>
                  <a:pt x="2362646" y="0"/>
                </a:lnTo>
                <a:lnTo>
                  <a:pt x="2362646" y="1404701"/>
                </a:lnTo>
                <a:lnTo>
                  <a:pt x="0" y="1404701"/>
                </a:lnTo>
                <a:lnTo>
                  <a:pt x="0" y="0"/>
                </a:lnTo>
                <a:close/>
              </a:path>
            </a:pathLst>
          </a:custGeom>
          <a:blipFill rotWithShape="1">
            <a:blip r:embed="rId3">
              <a:alphaModFix/>
            </a:blip>
            <a:stretch>
              <a:fillRect b="0" l="0" r="0" t="0"/>
            </a:stretch>
          </a:blipFill>
          <a:ln>
            <a:noFill/>
          </a:ln>
        </p:spPr>
      </p:sp>
      <p:grpSp>
        <p:nvGrpSpPr>
          <p:cNvPr id="182" name="Google Shape;182;p7"/>
          <p:cNvGrpSpPr/>
          <p:nvPr/>
        </p:nvGrpSpPr>
        <p:grpSpPr>
          <a:xfrm>
            <a:off x="3583533" y="3952628"/>
            <a:ext cx="3584619" cy="4281739"/>
            <a:chOff x="0" y="-38100"/>
            <a:chExt cx="1242401" cy="1484018"/>
          </a:xfrm>
        </p:grpSpPr>
        <p:sp>
          <p:nvSpPr>
            <p:cNvPr id="183" name="Google Shape;183;p7"/>
            <p:cNvSpPr/>
            <p:nvPr/>
          </p:nvSpPr>
          <p:spPr>
            <a:xfrm>
              <a:off x="0" y="0"/>
              <a:ext cx="1242401" cy="1445918"/>
            </a:xfrm>
            <a:custGeom>
              <a:rect b="b" l="l" r="r" t="t"/>
              <a:pathLst>
                <a:path extrusionOk="0" h="1445918" w="1242401">
                  <a:moveTo>
                    <a:pt x="51834" y="0"/>
                  </a:moveTo>
                  <a:lnTo>
                    <a:pt x="1190567" y="0"/>
                  </a:lnTo>
                  <a:cubicBezTo>
                    <a:pt x="1219194" y="0"/>
                    <a:pt x="1242401" y="23207"/>
                    <a:pt x="1242401" y="51834"/>
                  </a:cubicBezTo>
                  <a:lnTo>
                    <a:pt x="1242401" y="1394083"/>
                  </a:lnTo>
                  <a:cubicBezTo>
                    <a:pt x="1242401" y="1422711"/>
                    <a:pt x="1219194" y="1445918"/>
                    <a:pt x="1190567" y="1445918"/>
                  </a:cubicBezTo>
                  <a:lnTo>
                    <a:pt x="51834" y="1445918"/>
                  </a:lnTo>
                  <a:cubicBezTo>
                    <a:pt x="23207" y="1445918"/>
                    <a:pt x="0" y="1422711"/>
                    <a:pt x="0" y="1394083"/>
                  </a:cubicBezTo>
                  <a:lnTo>
                    <a:pt x="0" y="51834"/>
                  </a:lnTo>
                  <a:cubicBezTo>
                    <a:pt x="0" y="23207"/>
                    <a:pt x="23207" y="0"/>
                    <a:pt x="51834" y="0"/>
                  </a:cubicBezTo>
                  <a:close/>
                </a:path>
              </a:pathLst>
            </a:custGeom>
            <a:solidFill>
              <a:srgbClr val="D1D2DB">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txBox="1"/>
            <p:nvPr/>
          </p:nvSpPr>
          <p:spPr>
            <a:xfrm>
              <a:off x="0" y="-38100"/>
              <a:ext cx="1242401" cy="148401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7"/>
          <p:cNvGrpSpPr/>
          <p:nvPr/>
        </p:nvGrpSpPr>
        <p:grpSpPr>
          <a:xfrm>
            <a:off x="7417187" y="3952628"/>
            <a:ext cx="3584619" cy="4281739"/>
            <a:chOff x="0" y="-38100"/>
            <a:chExt cx="1242401" cy="1484018"/>
          </a:xfrm>
        </p:grpSpPr>
        <p:sp>
          <p:nvSpPr>
            <p:cNvPr id="186" name="Google Shape;186;p7"/>
            <p:cNvSpPr/>
            <p:nvPr/>
          </p:nvSpPr>
          <p:spPr>
            <a:xfrm>
              <a:off x="0" y="0"/>
              <a:ext cx="1242401" cy="1445918"/>
            </a:xfrm>
            <a:custGeom>
              <a:rect b="b" l="l" r="r" t="t"/>
              <a:pathLst>
                <a:path extrusionOk="0" h="1445918" w="1242401">
                  <a:moveTo>
                    <a:pt x="51834" y="0"/>
                  </a:moveTo>
                  <a:lnTo>
                    <a:pt x="1190567" y="0"/>
                  </a:lnTo>
                  <a:cubicBezTo>
                    <a:pt x="1219194" y="0"/>
                    <a:pt x="1242401" y="23207"/>
                    <a:pt x="1242401" y="51834"/>
                  </a:cubicBezTo>
                  <a:lnTo>
                    <a:pt x="1242401" y="1394083"/>
                  </a:lnTo>
                  <a:cubicBezTo>
                    <a:pt x="1242401" y="1422711"/>
                    <a:pt x="1219194" y="1445918"/>
                    <a:pt x="1190567" y="1445918"/>
                  </a:cubicBezTo>
                  <a:lnTo>
                    <a:pt x="51834" y="1445918"/>
                  </a:lnTo>
                  <a:cubicBezTo>
                    <a:pt x="23207" y="1445918"/>
                    <a:pt x="0" y="1422711"/>
                    <a:pt x="0" y="1394083"/>
                  </a:cubicBezTo>
                  <a:lnTo>
                    <a:pt x="0" y="51834"/>
                  </a:lnTo>
                  <a:cubicBezTo>
                    <a:pt x="0" y="23207"/>
                    <a:pt x="23207" y="0"/>
                    <a:pt x="51834" y="0"/>
                  </a:cubicBezTo>
                  <a:close/>
                </a:path>
              </a:pathLst>
            </a:custGeom>
            <a:solidFill>
              <a:srgbClr val="D1D2DB">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txBox="1"/>
            <p:nvPr/>
          </p:nvSpPr>
          <p:spPr>
            <a:xfrm>
              <a:off x="0" y="-38100"/>
              <a:ext cx="1242401" cy="148401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8" name="Google Shape;188;p7"/>
          <p:cNvGrpSpPr/>
          <p:nvPr/>
        </p:nvGrpSpPr>
        <p:grpSpPr>
          <a:xfrm>
            <a:off x="11251190" y="3952628"/>
            <a:ext cx="3584619" cy="4281739"/>
            <a:chOff x="0" y="-38100"/>
            <a:chExt cx="1242401" cy="1484018"/>
          </a:xfrm>
        </p:grpSpPr>
        <p:sp>
          <p:nvSpPr>
            <p:cNvPr id="189" name="Google Shape;189;p7"/>
            <p:cNvSpPr/>
            <p:nvPr/>
          </p:nvSpPr>
          <p:spPr>
            <a:xfrm>
              <a:off x="0" y="0"/>
              <a:ext cx="1242401" cy="1445918"/>
            </a:xfrm>
            <a:custGeom>
              <a:rect b="b" l="l" r="r" t="t"/>
              <a:pathLst>
                <a:path extrusionOk="0" h="1445918" w="1242401">
                  <a:moveTo>
                    <a:pt x="51834" y="0"/>
                  </a:moveTo>
                  <a:lnTo>
                    <a:pt x="1190567" y="0"/>
                  </a:lnTo>
                  <a:cubicBezTo>
                    <a:pt x="1219194" y="0"/>
                    <a:pt x="1242401" y="23207"/>
                    <a:pt x="1242401" y="51834"/>
                  </a:cubicBezTo>
                  <a:lnTo>
                    <a:pt x="1242401" y="1394083"/>
                  </a:lnTo>
                  <a:cubicBezTo>
                    <a:pt x="1242401" y="1422711"/>
                    <a:pt x="1219194" y="1445918"/>
                    <a:pt x="1190567" y="1445918"/>
                  </a:cubicBezTo>
                  <a:lnTo>
                    <a:pt x="51834" y="1445918"/>
                  </a:lnTo>
                  <a:cubicBezTo>
                    <a:pt x="23207" y="1445918"/>
                    <a:pt x="0" y="1422711"/>
                    <a:pt x="0" y="1394083"/>
                  </a:cubicBezTo>
                  <a:lnTo>
                    <a:pt x="0" y="51834"/>
                  </a:lnTo>
                  <a:cubicBezTo>
                    <a:pt x="0" y="23207"/>
                    <a:pt x="23207" y="0"/>
                    <a:pt x="51834" y="0"/>
                  </a:cubicBezTo>
                  <a:close/>
                </a:path>
              </a:pathLst>
            </a:custGeom>
            <a:solidFill>
              <a:srgbClr val="D1D2DB">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txBox="1"/>
            <p:nvPr/>
          </p:nvSpPr>
          <p:spPr>
            <a:xfrm>
              <a:off x="0" y="-38100"/>
              <a:ext cx="1242401" cy="148401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1" name="Google Shape;191;p7"/>
          <p:cNvGrpSpPr/>
          <p:nvPr/>
        </p:nvGrpSpPr>
        <p:grpSpPr>
          <a:xfrm>
            <a:off x="3583533" y="3952628"/>
            <a:ext cx="3507247" cy="4212703"/>
            <a:chOff x="0" y="-38100"/>
            <a:chExt cx="1215584" cy="1460090"/>
          </a:xfrm>
        </p:grpSpPr>
        <p:sp>
          <p:nvSpPr>
            <p:cNvPr id="192" name="Google Shape;192;p7"/>
            <p:cNvSpPr/>
            <p:nvPr/>
          </p:nvSpPr>
          <p:spPr>
            <a:xfrm>
              <a:off x="0" y="0"/>
              <a:ext cx="1215584" cy="1421990"/>
            </a:xfrm>
            <a:custGeom>
              <a:rect b="b" l="l" r="r" t="t"/>
              <a:pathLst>
                <a:path extrusionOk="0" h="1421990" w="1215584">
                  <a:moveTo>
                    <a:pt x="48563" y="0"/>
                  </a:moveTo>
                  <a:lnTo>
                    <a:pt x="1167021" y="0"/>
                  </a:lnTo>
                  <a:cubicBezTo>
                    <a:pt x="1193842" y="0"/>
                    <a:pt x="1215584" y="21742"/>
                    <a:pt x="1215584" y="48563"/>
                  </a:cubicBezTo>
                  <a:lnTo>
                    <a:pt x="1215584" y="1373427"/>
                  </a:lnTo>
                  <a:cubicBezTo>
                    <a:pt x="1215584" y="1400248"/>
                    <a:pt x="1193842" y="1421990"/>
                    <a:pt x="1167021" y="1421990"/>
                  </a:cubicBezTo>
                  <a:lnTo>
                    <a:pt x="48563" y="1421990"/>
                  </a:lnTo>
                  <a:cubicBezTo>
                    <a:pt x="21742" y="1421990"/>
                    <a:pt x="0" y="1400248"/>
                    <a:pt x="0" y="1373427"/>
                  </a:cubicBezTo>
                  <a:lnTo>
                    <a:pt x="0" y="48563"/>
                  </a:lnTo>
                  <a:cubicBezTo>
                    <a:pt x="0" y="21742"/>
                    <a:pt x="21742" y="0"/>
                    <a:pt x="48563"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txBox="1"/>
            <p:nvPr/>
          </p:nvSpPr>
          <p:spPr>
            <a:xfrm>
              <a:off x="0" y="-38100"/>
              <a:ext cx="1215584" cy="1460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4" name="Google Shape;194;p7"/>
          <p:cNvGrpSpPr/>
          <p:nvPr/>
        </p:nvGrpSpPr>
        <p:grpSpPr>
          <a:xfrm>
            <a:off x="11250841" y="3952628"/>
            <a:ext cx="3507247" cy="4212703"/>
            <a:chOff x="0" y="-38100"/>
            <a:chExt cx="1215584" cy="1460090"/>
          </a:xfrm>
        </p:grpSpPr>
        <p:sp>
          <p:nvSpPr>
            <p:cNvPr id="195" name="Google Shape;195;p7"/>
            <p:cNvSpPr/>
            <p:nvPr/>
          </p:nvSpPr>
          <p:spPr>
            <a:xfrm>
              <a:off x="0" y="0"/>
              <a:ext cx="1215584" cy="1421990"/>
            </a:xfrm>
            <a:custGeom>
              <a:rect b="b" l="l" r="r" t="t"/>
              <a:pathLst>
                <a:path extrusionOk="0" h="1421990" w="1215584">
                  <a:moveTo>
                    <a:pt x="48563" y="0"/>
                  </a:moveTo>
                  <a:lnTo>
                    <a:pt x="1167021" y="0"/>
                  </a:lnTo>
                  <a:cubicBezTo>
                    <a:pt x="1193842" y="0"/>
                    <a:pt x="1215584" y="21742"/>
                    <a:pt x="1215584" y="48563"/>
                  </a:cubicBezTo>
                  <a:lnTo>
                    <a:pt x="1215584" y="1373427"/>
                  </a:lnTo>
                  <a:cubicBezTo>
                    <a:pt x="1215584" y="1400248"/>
                    <a:pt x="1193842" y="1421990"/>
                    <a:pt x="1167021" y="1421990"/>
                  </a:cubicBezTo>
                  <a:lnTo>
                    <a:pt x="48563" y="1421990"/>
                  </a:lnTo>
                  <a:cubicBezTo>
                    <a:pt x="21742" y="1421990"/>
                    <a:pt x="0" y="1400248"/>
                    <a:pt x="0" y="1373427"/>
                  </a:cubicBezTo>
                  <a:lnTo>
                    <a:pt x="0" y="48563"/>
                  </a:lnTo>
                  <a:cubicBezTo>
                    <a:pt x="0" y="21742"/>
                    <a:pt x="21742" y="0"/>
                    <a:pt x="48563"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txBox="1"/>
            <p:nvPr/>
          </p:nvSpPr>
          <p:spPr>
            <a:xfrm>
              <a:off x="0" y="-38100"/>
              <a:ext cx="1215584" cy="1460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7"/>
          <p:cNvGrpSpPr/>
          <p:nvPr/>
        </p:nvGrpSpPr>
        <p:grpSpPr>
          <a:xfrm>
            <a:off x="7417884" y="3952628"/>
            <a:ext cx="3507247" cy="4212703"/>
            <a:chOff x="0" y="-38100"/>
            <a:chExt cx="1215584" cy="1460090"/>
          </a:xfrm>
        </p:grpSpPr>
        <p:sp>
          <p:nvSpPr>
            <p:cNvPr id="198" name="Google Shape;198;p7"/>
            <p:cNvSpPr/>
            <p:nvPr/>
          </p:nvSpPr>
          <p:spPr>
            <a:xfrm>
              <a:off x="0" y="0"/>
              <a:ext cx="1215584" cy="1421990"/>
            </a:xfrm>
            <a:custGeom>
              <a:rect b="b" l="l" r="r" t="t"/>
              <a:pathLst>
                <a:path extrusionOk="0" h="1421990" w="1215584">
                  <a:moveTo>
                    <a:pt x="48563" y="0"/>
                  </a:moveTo>
                  <a:lnTo>
                    <a:pt x="1167021" y="0"/>
                  </a:lnTo>
                  <a:cubicBezTo>
                    <a:pt x="1193842" y="0"/>
                    <a:pt x="1215584" y="21742"/>
                    <a:pt x="1215584" y="48563"/>
                  </a:cubicBezTo>
                  <a:lnTo>
                    <a:pt x="1215584" y="1373427"/>
                  </a:lnTo>
                  <a:cubicBezTo>
                    <a:pt x="1215584" y="1400248"/>
                    <a:pt x="1193842" y="1421990"/>
                    <a:pt x="1167021" y="1421990"/>
                  </a:cubicBezTo>
                  <a:lnTo>
                    <a:pt x="48563" y="1421990"/>
                  </a:lnTo>
                  <a:cubicBezTo>
                    <a:pt x="21742" y="1421990"/>
                    <a:pt x="0" y="1400248"/>
                    <a:pt x="0" y="1373427"/>
                  </a:cubicBezTo>
                  <a:lnTo>
                    <a:pt x="0" y="48563"/>
                  </a:lnTo>
                  <a:cubicBezTo>
                    <a:pt x="0" y="21742"/>
                    <a:pt x="21742" y="0"/>
                    <a:pt x="48563"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txBox="1"/>
            <p:nvPr/>
          </p:nvSpPr>
          <p:spPr>
            <a:xfrm>
              <a:off x="0" y="-38100"/>
              <a:ext cx="1215584" cy="14600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0" name="Google Shape;200;p7"/>
          <p:cNvSpPr/>
          <p:nvPr/>
        </p:nvSpPr>
        <p:spPr>
          <a:xfrm rot="10800000">
            <a:off x="15682795" y="9177967"/>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201" name="Google Shape;201;p7"/>
          <p:cNvSpPr/>
          <p:nvPr/>
        </p:nvSpPr>
        <p:spPr>
          <a:xfrm rot="10800000">
            <a:off x="16559302" y="8234368"/>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202" name="Google Shape;202;p7"/>
          <p:cNvSpPr/>
          <p:nvPr/>
        </p:nvSpPr>
        <p:spPr>
          <a:xfrm rot="10800000">
            <a:off x="16772825" y="9238143"/>
            <a:ext cx="2362646" cy="1404701"/>
          </a:xfrm>
          <a:custGeom>
            <a:rect b="b" l="l" r="r" t="t"/>
            <a:pathLst>
              <a:path extrusionOk="0" h="1404701" w="2362646">
                <a:moveTo>
                  <a:pt x="2362646" y="1404701"/>
                </a:moveTo>
                <a:lnTo>
                  <a:pt x="0" y="1404701"/>
                </a:lnTo>
                <a:lnTo>
                  <a:pt x="0" y="0"/>
                </a:lnTo>
                <a:lnTo>
                  <a:pt x="2362646" y="0"/>
                </a:lnTo>
                <a:lnTo>
                  <a:pt x="2362646" y="1404701"/>
                </a:lnTo>
                <a:close/>
              </a:path>
            </a:pathLst>
          </a:custGeom>
          <a:blipFill rotWithShape="1">
            <a:blip r:embed="rId3">
              <a:alphaModFix/>
            </a:blip>
            <a:stretch>
              <a:fillRect b="0" l="0" r="0" t="0"/>
            </a:stretch>
          </a:blipFill>
          <a:ln>
            <a:noFill/>
          </a:ln>
        </p:spPr>
      </p:sp>
      <p:sp>
        <p:nvSpPr>
          <p:cNvPr id="203" name="Google Shape;203;p7"/>
          <p:cNvSpPr/>
          <p:nvPr/>
        </p:nvSpPr>
        <p:spPr>
          <a:xfrm>
            <a:off x="7759120" y="5196929"/>
            <a:ext cx="2900754" cy="3037438"/>
          </a:xfrm>
          <a:custGeom>
            <a:rect b="b" l="l" r="r" t="t"/>
            <a:pathLst>
              <a:path extrusionOk="0" h="3037438" w="2900754">
                <a:moveTo>
                  <a:pt x="0" y="0"/>
                </a:moveTo>
                <a:lnTo>
                  <a:pt x="2900754" y="0"/>
                </a:lnTo>
                <a:lnTo>
                  <a:pt x="2900754" y="3037439"/>
                </a:lnTo>
                <a:lnTo>
                  <a:pt x="0" y="3037439"/>
                </a:lnTo>
                <a:lnTo>
                  <a:pt x="0" y="0"/>
                </a:lnTo>
                <a:close/>
              </a:path>
            </a:pathLst>
          </a:custGeom>
          <a:blipFill rotWithShape="1">
            <a:blip r:embed="rId4">
              <a:alphaModFix/>
            </a:blip>
            <a:stretch>
              <a:fillRect b="0" l="0" r="0" t="0"/>
            </a:stretch>
          </a:blipFill>
          <a:ln>
            <a:noFill/>
          </a:ln>
        </p:spPr>
      </p:sp>
      <p:sp>
        <p:nvSpPr>
          <p:cNvPr id="204" name="Google Shape;204;p7"/>
          <p:cNvSpPr/>
          <p:nvPr/>
        </p:nvSpPr>
        <p:spPr>
          <a:xfrm>
            <a:off x="3960682" y="5173267"/>
            <a:ext cx="2865955" cy="3061100"/>
          </a:xfrm>
          <a:custGeom>
            <a:rect b="b" l="l" r="r" t="t"/>
            <a:pathLst>
              <a:path extrusionOk="0" h="3061100" w="2865955">
                <a:moveTo>
                  <a:pt x="0" y="0"/>
                </a:moveTo>
                <a:lnTo>
                  <a:pt x="2865955" y="0"/>
                </a:lnTo>
                <a:lnTo>
                  <a:pt x="2865955" y="3061101"/>
                </a:lnTo>
                <a:lnTo>
                  <a:pt x="0" y="3061101"/>
                </a:lnTo>
                <a:lnTo>
                  <a:pt x="0" y="0"/>
                </a:lnTo>
                <a:close/>
              </a:path>
            </a:pathLst>
          </a:custGeom>
          <a:blipFill rotWithShape="1">
            <a:blip r:embed="rId5">
              <a:alphaModFix/>
            </a:blip>
            <a:stretch>
              <a:fillRect b="0" l="0" r="0" t="0"/>
            </a:stretch>
          </a:blipFill>
          <a:ln>
            <a:noFill/>
          </a:ln>
        </p:spPr>
      </p:sp>
      <p:sp>
        <p:nvSpPr>
          <p:cNvPr id="205" name="Google Shape;205;p7"/>
          <p:cNvSpPr/>
          <p:nvPr/>
        </p:nvSpPr>
        <p:spPr>
          <a:xfrm>
            <a:off x="11542256" y="5110845"/>
            <a:ext cx="3002486" cy="3123523"/>
          </a:xfrm>
          <a:custGeom>
            <a:rect b="b" l="l" r="r" t="t"/>
            <a:pathLst>
              <a:path extrusionOk="0" h="3123523" w="3002486">
                <a:moveTo>
                  <a:pt x="0" y="0"/>
                </a:moveTo>
                <a:lnTo>
                  <a:pt x="3002486" y="0"/>
                </a:lnTo>
                <a:lnTo>
                  <a:pt x="3002486" y="3123523"/>
                </a:lnTo>
                <a:lnTo>
                  <a:pt x="0" y="3123523"/>
                </a:lnTo>
                <a:lnTo>
                  <a:pt x="0" y="0"/>
                </a:lnTo>
                <a:close/>
              </a:path>
            </a:pathLst>
          </a:custGeom>
          <a:blipFill rotWithShape="1">
            <a:blip r:embed="rId6">
              <a:alphaModFix/>
            </a:blip>
            <a:stretch>
              <a:fillRect b="0" l="0" r="0" t="0"/>
            </a:stretch>
          </a:blipFill>
          <a:ln>
            <a:noFill/>
          </a:ln>
        </p:spPr>
      </p:sp>
      <p:sp>
        <p:nvSpPr>
          <p:cNvPr id="206" name="Google Shape;206;p7"/>
          <p:cNvSpPr txBox="1"/>
          <p:nvPr/>
        </p:nvSpPr>
        <p:spPr>
          <a:xfrm>
            <a:off x="1639547" y="1437684"/>
            <a:ext cx="8897732"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FFFFF"/>
                </a:solidFill>
                <a:latin typeface="Ultra"/>
                <a:ea typeface="Ultra"/>
                <a:cs typeface="Ultra"/>
                <a:sym typeface="Ultra"/>
              </a:rPr>
              <a:t>PERFIL DE ACTORES </a:t>
            </a:r>
            <a:endParaRPr/>
          </a:p>
        </p:txBody>
      </p:sp>
      <p:sp>
        <p:nvSpPr>
          <p:cNvPr id="207" name="Google Shape;207;p7"/>
          <p:cNvSpPr txBox="1"/>
          <p:nvPr/>
        </p:nvSpPr>
        <p:spPr>
          <a:xfrm>
            <a:off x="3960682" y="4303522"/>
            <a:ext cx="2830322" cy="698754"/>
          </a:xfrm>
          <a:prstGeom prst="rect">
            <a:avLst/>
          </a:prstGeom>
          <a:noFill/>
          <a:ln>
            <a:noFill/>
          </a:ln>
        </p:spPr>
        <p:txBody>
          <a:bodyPr anchorCtr="0" anchor="t" bIns="0" lIns="0" spcFirstLastPara="1" rIns="0" wrap="square" tIns="0">
            <a:spAutoFit/>
          </a:bodyPr>
          <a:lstStyle/>
          <a:p>
            <a:pPr indent="0" lvl="0" marL="0" marR="0" rtl="0" algn="ctr">
              <a:lnSpc>
                <a:spcPct val="93997"/>
              </a:lnSpc>
              <a:spcBef>
                <a:spcPts val="0"/>
              </a:spcBef>
              <a:spcAft>
                <a:spcPts val="0"/>
              </a:spcAft>
              <a:buNone/>
            </a:pPr>
            <a:r>
              <a:rPr b="1" i="0" lang="en-US" sz="2699" u="none" cap="none" strike="noStrike">
                <a:solidFill>
                  <a:srgbClr val="15193E"/>
                </a:solidFill>
                <a:latin typeface="Ultra"/>
                <a:ea typeface="Ultra"/>
                <a:cs typeface="Ultra"/>
                <a:sym typeface="Ultra"/>
              </a:rPr>
              <a:t>DUEÑO / ADMINISTRADOR</a:t>
            </a:r>
            <a:endParaRPr/>
          </a:p>
        </p:txBody>
      </p:sp>
      <p:sp>
        <p:nvSpPr>
          <p:cNvPr id="208" name="Google Shape;208;p7"/>
          <p:cNvSpPr txBox="1"/>
          <p:nvPr/>
        </p:nvSpPr>
        <p:spPr>
          <a:xfrm>
            <a:off x="7728839" y="4608322"/>
            <a:ext cx="2830322" cy="371602"/>
          </a:xfrm>
          <a:prstGeom prst="rect">
            <a:avLst/>
          </a:prstGeom>
          <a:noFill/>
          <a:ln>
            <a:noFill/>
          </a:ln>
        </p:spPr>
        <p:txBody>
          <a:bodyPr anchorCtr="0" anchor="t" bIns="0" lIns="0" spcFirstLastPara="1" rIns="0" wrap="square" tIns="0">
            <a:spAutoFit/>
          </a:bodyPr>
          <a:lstStyle/>
          <a:p>
            <a:pPr indent="0" lvl="0" marL="0" marR="0" rtl="0" algn="ctr">
              <a:lnSpc>
                <a:spcPct val="93997"/>
              </a:lnSpc>
              <a:spcBef>
                <a:spcPts val="0"/>
              </a:spcBef>
              <a:spcAft>
                <a:spcPts val="0"/>
              </a:spcAft>
              <a:buNone/>
            </a:pPr>
            <a:r>
              <a:rPr b="1" i="0" lang="en-US" sz="2599" u="none" cap="none" strike="noStrike">
                <a:solidFill>
                  <a:srgbClr val="15193E"/>
                </a:solidFill>
                <a:latin typeface="Ultra"/>
                <a:ea typeface="Ultra"/>
                <a:cs typeface="Ultra"/>
                <a:sym typeface="Ultra"/>
              </a:rPr>
              <a:t>VENDEDOR</a:t>
            </a:r>
            <a:endParaRPr/>
          </a:p>
        </p:txBody>
      </p:sp>
      <p:sp>
        <p:nvSpPr>
          <p:cNvPr id="209" name="Google Shape;209;p7"/>
          <p:cNvSpPr txBox="1"/>
          <p:nvPr/>
        </p:nvSpPr>
        <p:spPr>
          <a:xfrm>
            <a:off x="11563782" y="4303522"/>
            <a:ext cx="2830322" cy="676402"/>
          </a:xfrm>
          <a:prstGeom prst="rect">
            <a:avLst/>
          </a:prstGeom>
          <a:noFill/>
          <a:ln>
            <a:noFill/>
          </a:ln>
        </p:spPr>
        <p:txBody>
          <a:bodyPr anchorCtr="0" anchor="t" bIns="0" lIns="0" spcFirstLastPara="1" rIns="0" wrap="square" tIns="0">
            <a:spAutoFit/>
          </a:bodyPr>
          <a:lstStyle/>
          <a:p>
            <a:pPr indent="0" lvl="0" marL="0" marR="0" rtl="0" algn="ctr">
              <a:lnSpc>
                <a:spcPct val="93997"/>
              </a:lnSpc>
              <a:spcBef>
                <a:spcPts val="0"/>
              </a:spcBef>
              <a:spcAft>
                <a:spcPts val="0"/>
              </a:spcAft>
              <a:buNone/>
            </a:pPr>
            <a:r>
              <a:rPr b="1" i="0" lang="en-US" sz="2599" u="none" cap="none" strike="noStrike">
                <a:solidFill>
                  <a:srgbClr val="15193E"/>
                </a:solidFill>
                <a:latin typeface="Ultra"/>
                <a:ea typeface="Ultra"/>
                <a:cs typeface="Ultra"/>
                <a:sym typeface="Ultra"/>
              </a:rPr>
              <a:t>CLIENTE / USUARIO FINAL</a:t>
            </a:r>
            <a:endParaRPr/>
          </a:p>
        </p:txBody>
      </p:sp>
      <p:sp>
        <p:nvSpPr>
          <p:cNvPr id="210" name="Google Shape;210;p7"/>
          <p:cNvSpPr txBox="1"/>
          <p:nvPr/>
        </p:nvSpPr>
        <p:spPr>
          <a:xfrm>
            <a:off x="1639547" y="2264664"/>
            <a:ext cx="6816548"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FB02C"/>
                </a:solidFill>
                <a:latin typeface="Ultra"/>
                <a:ea typeface="Ultra"/>
                <a:cs typeface="Ultra"/>
                <a:sym typeface="Ultra"/>
              </a:rPr>
              <a:t>USUARIOS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214" name="Shape 214"/>
        <p:cNvGrpSpPr/>
        <p:nvPr/>
      </p:nvGrpSpPr>
      <p:grpSpPr>
        <a:xfrm>
          <a:off x="0" y="0"/>
          <a:ext cx="0" cy="0"/>
          <a:chOff x="0" y="0"/>
          <a:chExt cx="0" cy="0"/>
        </a:xfrm>
      </p:grpSpPr>
      <p:sp>
        <p:nvSpPr>
          <p:cNvPr id="215" name="Google Shape;215;p8"/>
          <p:cNvSpPr/>
          <p:nvPr/>
        </p:nvSpPr>
        <p:spPr>
          <a:xfrm>
            <a:off x="-127795"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216" name="Google Shape;216;p8"/>
          <p:cNvSpPr/>
          <p:nvPr/>
        </p:nvSpPr>
        <p:spPr>
          <a:xfrm flipH="1">
            <a:off x="15626102" y="-549566"/>
            <a:ext cx="2789693" cy="1658599"/>
          </a:xfrm>
          <a:custGeom>
            <a:rect b="b" l="l" r="r" t="t"/>
            <a:pathLst>
              <a:path extrusionOk="0" h="1658599" w="2789693">
                <a:moveTo>
                  <a:pt x="2789693" y="0"/>
                </a:moveTo>
                <a:lnTo>
                  <a:pt x="0" y="0"/>
                </a:lnTo>
                <a:lnTo>
                  <a:pt x="0" y="1658599"/>
                </a:lnTo>
                <a:lnTo>
                  <a:pt x="2789693" y="1658599"/>
                </a:lnTo>
                <a:lnTo>
                  <a:pt x="2789693" y="0"/>
                </a:lnTo>
                <a:close/>
              </a:path>
            </a:pathLst>
          </a:custGeom>
          <a:blipFill rotWithShape="1">
            <a:blip r:embed="rId3">
              <a:alphaModFix/>
            </a:blip>
            <a:stretch>
              <a:fillRect b="0" l="0" r="0" t="0"/>
            </a:stretch>
          </a:blipFill>
          <a:ln>
            <a:noFill/>
          </a:ln>
        </p:spPr>
      </p:sp>
      <p:sp>
        <p:nvSpPr>
          <p:cNvPr id="217" name="Google Shape;217;p8"/>
          <p:cNvSpPr/>
          <p:nvPr/>
        </p:nvSpPr>
        <p:spPr>
          <a:xfrm>
            <a:off x="-1060994" y="451930"/>
            <a:ext cx="2789693" cy="1658599"/>
          </a:xfrm>
          <a:custGeom>
            <a:rect b="b" l="l" r="r" t="t"/>
            <a:pathLst>
              <a:path extrusionOk="0" h="1658599" w="2789693">
                <a:moveTo>
                  <a:pt x="0" y="0"/>
                </a:moveTo>
                <a:lnTo>
                  <a:pt x="2789692" y="0"/>
                </a:lnTo>
                <a:lnTo>
                  <a:pt x="2789692" y="1658600"/>
                </a:lnTo>
                <a:lnTo>
                  <a:pt x="0" y="1658600"/>
                </a:lnTo>
                <a:lnTo>
                  <a:pt x="0" y="0"/>
                </a:lnTo>
                <a:close/>
              </a:path>
            </a:pathLst>
          </a:custGeom>
          <a:blipFill rotWithShape="1">
            <a:blip r:embed="rId3">
              <a:alphaModFix/>
            </a:blip>
            <a:stretch>
              <a:fillRect b="0" l="0" r="0" t="0"/>
            </a:stretch>
          </a:blipFill>
          <a:ln>
            <a:noFill/>
          </a:ln>
        </p:spPr>
      </p:sp>
      <p:sp>
        <p:nvSpPr>
          <p:cNvPr id="218" name="Google Shape;218;p8"/>
          <p:cNvSpPr/>
          <p:nvPr/>
        </p:nvSpPr>
        <p:spPr>
          <a:xfrm flipH="1">
            <a:off x="16559302" y="451930"/>
            <a:ext cx="2789693" cy="1658599"/>
          </a:xfrm>
          <a:custGeom>
            <a:rect b="b" l="l" r="r" t="t"/>
            <a:pathLst>
              <a:path extrusionOk="0" h="1658599" w="2789693">
                <a:moveTo>
                  <a:pt x="2789692" y="0"/>
                </a:moveTo>
                <a:lnTo>
                  <a:pt x="0" y="0"/>
                </a:lnTo>
                <a:lnTo>
                  <a:pt x="0" y="1658600"/>
                </a:lnTo>
                <a:lnTo>
                  <a:pt x="2789692" y="1658600"/>
                </a:lnTo>
                <a:lnTo>
                  <a:pt x="2789692" y="0"/>
                </a:lnTo>
                <a:close/>
              </a:path>
            </a:pathLst>
          </a:custGeom>
          <a:blipFill rotWithShape="1">
            <a:blip r:embed="rId3">
              <a:alphaModFix/>
            </a:blip>
            <a:stretch>
              <a:fillRect b="0" l="0" r="0" t="0"/>
            </a:stretch>
          </a:blipFill>
          <a:ln>
            <a:noFill/>
          </a:ln>
        </p:spPr>
      </p:sp>
      <p:sp>
        <p:nvSpPr>
          <p:cNvPr id="219" name="Google Shape;219;p8"/>
          <p:cNvSpPr/>
          <p:nvPr/>
        </p:nvSpPr>
        <p:spPr>
          <a:xfrm>
            <a:off x="-847471" y="-422617"/>
            <a:ext cx="2362646" cy="1404701"/>
          </a:xfrm>
          <a:custGeom>
            <a:rect b="b" l="l" r="r" t="t"/>
            <a:pathLst>
              <a:path extrusionOk="0" h="1404701" w="2362646">
                <a:moveTo>
                  <a:pt x="0" y="0"/>
                </a:moveTo>
                <a:lnTo>
                  <a:pt x="2362646" y="0"/>
                </a:lnTo>
                <a:lnTo>
                  <a:pt x="2362646" y="1404701"/>
                </a:lnTo>
                <a:lnTo>
                  <a:pt x="0" y="1404701"/>
                </a:lnTo>
                <a:lnTo>
                  <a:pt x="0" y="0"/>
                </a:lnTo>
                <a:close/>
              </a:path>
            </a:pathLst>
          </a:custGeom>
          <a:blipFill rotWithShape="1">
            <a:blip r:embed="rId3">
              <a:alphaModFix/>
            </a:blip>
            <a:stretch>
              <a:fillRect b="0" l="0" r="0" t="0"/>
            </a:stretch>
          </a:blipFill>
          <a:ln>
            <a:noFill/>
          </a:ln>
        </p:spPr>
      </p:sp>
      <p:sp>
        <p:nvSpPr>
          <p:cNvPr id="220" name="Google Shape;220;p8"/>
          <p:cNvSpPr/>
          <p:nvPr/>
        </p:nvSpPr>
        <p:spPr>
          <a:xfrm flipH="1">
            <a:off x="16772825" y="-422617"/>
            <a:ext cx="2362646" cy="1404701"/>
          </a:xfrm>
          <a:custGeom>
            <a:rect b="b" l="l" r="r" t="t"/>
            <a:pathLst>
              <a:path extrusionOk="0" h="1404701" w="2362646">
                <a:moveTo>
                  <a:pt x="2362646" y="0"/>
                </a:moveTo>
                <a:lnTo>
                  <a:pt x="0" y="0"/>
                </a:lnTo>
                <a:lnTo>
                  <a:pt x="0" y="1404701"/>
                </a:lnTo>
                <a:lnTo>
                  <a:pt x="2362646" y="1404701"/>
                </a:lnTo>
                <a:lnTo>
                  <a:pt x="2362646" y="0"/>
                </a:lnTo>
                <a:close/>
              </a:path>
            </a:pathLst>
          </a:custGeom>
          <a:blipFill rotWithShape="1">
            <a:blip r:embed="rId3">
              <a:alphaModFix/>
            </a:blip>
            <a:stretch>
              <a:fillRect b="0" l="0" r="0" t="0"/>
            </a:stretch>
          </a:blipFill>
          <a:ln>
            <a:noFill/>
          </a:ln>
        </p:spPr>
      </p:sp>
      <p:grpSp>
        <p:nvGrpSpPr>
          <p:cNvPr id="221" name="Google Shape;221;p8"/>
          <p:cNvGrpSpPr/>
          <p:nvPr/>
        </p:nvGrpSpPr>
        <p:grpSpPr>
          <a:xfrm>
            <a:off x="1028700" y="2382755"/>
            <a:ext cx="7847964" cy="3240125"/>
            <a:chOff x="0" y="-38100"/>
            <a:chExt cx="2339191" cy="965763"/>
          </a:xfrm>
        </p:grpSpPr>
        <p:sp>
          <p:nvSpPr>
            <p:cNvPr id="222" name="Google Shape;222;p8"/>
            <p:cNvSpPr/>
            <p:nvPr/>
          </p:nvSpPr>
          <p:spPr>
            <a:xfrm>
              <a:off x="0" y="0"/>
              <a:ext cx="2339191" cy="927663"/>
            </a:xfrm>
            <a:custGeom>
              <a:rect b="b" l="l" r="r" t="t"/>
              <a:pathLst>
                <a:path extrusionOk="0" h="927663" w="2339191">
                  <a:moveTo>
                    <a:pt x="23676" y="0"/>
                  </a:moveTo>
                  <a:lnTo>
                    <a:pt x="2315516" y="0"/>
                  </a:lnTo>
                  <a:cubicBezTo>
                    <a:pt x="2321795" y="0"/>
                    <a:pt x="2327817" y="2494"/>
                    <a:pt x="2332257" y="6934"/>
                  </a:cubicBezTo>
                  <a:cubicBezTo>
                    <a:pt x="2336697" y="11375"/>
                    <a:pt x="2339191" y="17397"/>
                    <a:pt x="2339191" y="23676"/>
                  </a:cubicBezTo>
                  <a:lnTo>
                    <a:pt x="2339191" y="903987"/>
                  </a:lnTo>
                  <a:cubicBezTo>
                    <a:pt x="2339191" y="917063"/>
                    <a:pt x="2328591" y="927663"/>
                    <a:pt x="2315516" y="927663"/>
                  </a:cubicBezTo>
                  <a:lnTo>
                    <a:pt x="23676" y="927663"/>
                  </a:lnTo>
                  <a:cubicBezTo>
                    <a:pt x="17397" y="927663"/>
                    <a:pt x="11375" y="925169"/>
                    <a:pt x="6934" y="920729"/>
                  </a:cubicBezTo>
                  <a:cubicBezTo>
                    <a:pt x="2494" y="916289"/>
                    <a:pt x="0" y="910267"/>
                    <a:pt x="0" y="903987"/>
                  </a:cubicBezTo>
                  <a:lnTo>
                    <a:pt x="0" y="23676"/>
                  </a:lnTo>
                  <a:cubicBezTo>
                    <a:pt x="0" y="10600"/>
                    <a:pt x="10600" y="0"/>
                    <a:pt x="23676" y="0"/>
                  </a:cubicBezTo>
                  <a:close/>
                </a:path>
              </a:pathLst>
            </a:custGeom>
            <a:solidFill>
              <a:srgbClr val="D1D2DB">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txBox="1"/>
            <p:nvPr/>
          </p:nvSpPr>
          <p:spPr>
            <a:xfrm>
              <a:off x="0" y="-38100"/>
              <a:ext cx="2339191" cy="96576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8"/>
          <p:cNvGrpSpPr/>
          <p:nvPr/>
        </p:nvGrpSpPr>
        <p:grpSpPr>
          <a:xfrm>
            <a:off x="1028700" y="2382755"/>
            <a:ext cx="16230600" cy="6340465"/>
            <a:chOff x="0" y="-38100"/>
            <a:chExt cx="4837749" cy="1889861"/>
          </a:xfrm>
        </p:grpSpPr>
        <p:sp>
          <p:nvSpPr>
            <p:cNvPr id="225" name="Google Shape;225;p8"/>
            <p:cNvSpPr/>
            <p:nvPr/>
          </p:nvSpPr>
          <p:spPr>
            <a:xfrm>
              <a:off x="0" y="0"/>
              <a:ext cx="4837749" cy="1851761"/>
            </a:xfrm>
            <a:custGeom>
              <a:rect b="b" l="l" r="r" t="t"/>
              <a:pathLst>
                <a:path extrusionOk="0" h="1851761" w="4837749">
                  <a:moveTo>
                    <a:pt x="10494" y="0"/>
                  </a:moveTo>
                  <a:lnTo>
                    <a:pt x="4827255" y="0"/>
                  </a:lnTo>
                  <a:cubicBezTo>
                    <a:pt x="4833051" y="0"/>
                    <a:pt x="4837749" y="4698"/>
                    <a:pt x="4837749" y="10494"/>
                  </a:cubicBezTo>
                  <a:lnTo>
                    <a:pt x="4837749" y="1841267"/>
                  </a:lnTo>
                  <a:cubicBezTo>
                    <a:pt x="4837749" y="1844050"/>
                    <a:pt x="4836643" y="1846719"/>
                    <a:pt x="4834675" y="1848687"/>
                  </a:cubicBezTo>
                  <a:cubicBezTo>
                    <a:pt x="4832707" y="1850655"/>
                    <a:pt x="4830038" y="1851761"/>
                    <a:pt x="4827255" y="1851761"/>
                  </a:cubicBezTo>
                  <a:lnTo>
                    <a:pt x="10494" y="1851761"/>
                  </a:lnTo>
                  <a:cubicBezTo>
                    <a:pt x="7711" y="1851761"/>
                    <a:pt x="5042" y="1850655"/>
                    <a:pt x="3074" y="1848687"/>
                  </a:cubicBezTo>
                  <a:cubicBezTo>
                    <a:pt x="1106" y="1846719"/>
                    <a:pt x="0" y="1844050"/>
                    <a:pt x="0" y="1841267"/>
                  </a:cubicBezTo>
                  <a:lnTo>
                    <a:pt x="0" y="10494"/>
                  </a:lnTo>
                  <a:cubicBezTo>
                    <a:pt x="0" y="4698"/>
                    <a:pt x="4698" y="0"/>
                    <a:pt x="10494"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txBox="1"/>
            <p:nvPr/>
          </p:nvSpPr>
          <p:spPr>
            <a:xfrm>
              <a:off x="0" y="-38100"/>
              <a:ext cx="4837749" cy="188986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7" name="Google Shape;227;p8"/>
          <p:cNvSpPr txBox="1"/>
          <p:nvPr/>
        </p:nvSpPr>
        <p:spPr>
          <a:xfrm>
            <a:off x="2661898" y="838055"/>
            <a:ext cx="14110800" cy="1268100"/>
          </a:xfrm>
          <a:prstGeom prst="rect">
            <a:avLst/>
          </a:prstGeom>
          <a:noFill/>
          <a:ln>
            <a:noFill/>
          </a:ln>
        </p:spPr>
        <p:txBody>
          <a:bodyPr anchorCtr="0" anchor="t" bIns="0" lIns="0" spcFirstLastPara="1" rIns="0" wrap="square" tIns="0">
            <a:spAutoFit/>
          </a:bodyPr>
          <a:lstStyle/>
          <a:p>
            <a:pPr indent="0" lvl="0" marL="0" marR="0" rtl="0" algn="l">
              <a:lnSpc>
                <a:spcPct val="93998"/>
              </a:lnSpc>
              <a:spcBef>
                <a:spcPts val="0"/>
              </a:spcBef>
              <a:spcAft>
                <a:spcPts val="0"/>
              </a:spcAft>
              <a:buNone/>
            </a:pPr>
            <a:r>
              <a:rPr b="1" i="0" lang="en-US" sz="4382" u="none" cap="none" strike="noStrike">
                <a:solidFill>
                  <a:srgbClr val="15193E"/>
                </a:solidFill>
                <a:latin typeface="Ultra"/>
                <a:ea typeface="Ultra"/>
                <a:cs typeface="Ultra"/>
                <a:sym typeface="Ultra"/>
              </a:rPr>
              <a:t>PRINCIPALES HISTORIAS DE USUARIO POR EPICA</a:t>
            </a:r>
            <a:endParaRPr/>
          </a:p>
        </p:txBody>
      </p:sp>
      <p:sp>
        <p:nvSpPr>
          <p:cNvPr id="228" name="Google Shape;228;p8"/>
          <p:cNvSpPr txBox="1"/>
          <p:nvPr/>
        </p:nvSpPr>
        <p:spPr>
          <a:xfrm>
            <a:off x="1028700" y="2884395"/>
            <a:ext cx="8382912" cy="5905500"/>
          </a:xfrm>
          <a:prstGeom prst="rect">
            <a:avLst/>
          </a:prstGeom>
          <a:noFill/>
          <a:ln>
            <a:noFill/>
          </a:ln>
        </p:spPr>
        <p:txBody>
          <a:bodyPr anchorCtr="0" anchor="t" bIns="0" lIns="0" spcFirstLastPara="1" rIns="0" wrap="square" tIns="0">
            <a:spAutoFit/>
          </a:bodyPr>
          <a:lstStyle/>
          <a:p>
            <a:pPr indent="-280668" lvl="1" marL="561339" marR="0" rtl="0" algn="l">
              <a:lnSpc>
                <a:spcPct val="120007"/>
              </a:lnSpc>
              <a:spcBef>
                <a:spcPts val="0"/>
              </a:spcBef>
              <a:spcAft>
                <a:spcPts val="0"/>
              </a:spcAft>
              <a:buClr>
                <a:srgbClr val="15193E"/>
              </a:buClr>
              <a:buSzPts val="2599"/>
              <a:buFont typeface="Arial"/>
              <a:buChar char="•"/>
            </a:pPr>
            <a:r>
              <a:rPr b="0" i="0" lang="en-US" sz="2599" u="none" cap="none" strike="noStrike">
                <a:solidFill>
                  <a:srgbClr val="15193E"/>
                </a:solidFill>
                <a:latin typeface="Arial"/>
                <a:ea typeface="Arial"/>
                <a:cs typeface="Arial"/>
                <a:sym typeface="Arial"/>
              </a:rPr>
              <a:t>Catálogo digital y gestión de productos: Como cliente, quiero ver un catálogo actualizado con fotos y precios para elegir fácilmente los productos que necesito.</a:t>
            </a:r>
            <a:endParaRPr/>
          </a:p>
          <a:p>
            <a:pPr indent="0" lvl="0" marL="0" marR="0" rtl="0" algn="l">
              <a:lnSpc>
                <a:spcPct val="120007"/>
              </a:lnSpc>
              <a:spcBef>
                <a:spcPts val="0"/>
              </a:spcBef>
              <a:spcAft>
                <a:spcPts val="0"/>
              </a:spcAft>
              <a:buNone/>
            </a:pPr>
            <a:r>
              <a:t/>
            </a:r>
            <a:endParaRPr b="0" i="0" sz="2599" u="none" cap="none" strike="noStrike">
              <a:solidFill>
                <a:srgbClr val="15193E"/>
              </a:solidFill>
              <a:latin typeface="Arial"/>
              <a:ea typeface="Arial"/>
              <a:cs typeface="Arial"/>
              <a:sym typeface="Arial"/>
            </a:endParaRPr>
          </a:p>
          <a:p>
            <a:pPr indent="-280668" lvl="1" marL="561339" marR="0" rtl="0" algn="l">
              <a:lnSpc>
                <a:spcPct val="120007"/>
              </a:lnSpc>
              <a:spcBef>
                <a:spcPts val="0"/>
              </a:spcBef>
              <a:spcAft>
                <a:spcPts val="0"/>
              </a:spcAft>
              <a:buClr>
                <a:srgbClr val="15193E"/>
              </a:buClr>
              <a:buSzPts val="2599"/>
              <a:buFont typeface="Arial"/>
              <a:buChar char="•"/>
            </a:pPr>
            <a:r>
              <a:rPr b="0" i="0" lang="en-US" sz="2599" u="none" cap="none" strike="noStrike">
                <a:solidFill>
                  <a:srgbClr val="15193E"/>
                </a:solidFill>
                <a:latin typeface="Arial"/>
                <a:ea typeface="Arial"/>
                <a:cs typeface="Arial"/>
                <a:sym typeface="Arial"/>
              </a:rPr>
              <a:t>Compra en línea y pagos seguros: Como cliente, deseo agregar productos al carrito y pagar en línea de forma segura, finalizando mi compra sin riesgos ni demoras.</a:t>
            </a:r>
            <a:endParaRPr/>
          </a:p>
          <a:p>
            <a:pPr indent="0" lvl="0" marL="0" marR="0" rtl="0" algn="l">
              <a:lnSpc>
                <a:spcPct val="120007"/>
              </a:lnSpc>
              <a:spcBef>
                <a:spcPts val="0"/>
              </a:spcBef>
              <a:spcAft>
                <a:spcPts val="0"/>
              </a:spcAft>
              <a:buNone/>
            </a:pPr>
            <a:r>
              <a:t/>
            </a:r>
            <a:endParaRPr b="0" i="0" sz="2599" u="none" cap="none" strike="noStrike">
              <a:solidFill>
                <a:srgbClr val="15193E"/>
              </a:solidFill>
              <a:latin typeface="Arial"/>
              <a:ea typeface="Arial"/>
              <a:cs typeface="Arial"/>
              <a:sym typeface="Arial"/>
            </a:endParaRPr>
          </a:p>
          <a:p>
            <a:pPr indent="-280668" lvl="1" marL="561339" marR="0" rtl="0" algn="l">
              <a:lnSpc>
                <a:spcPct val="120007"/>
              </a:lnSpc>
              <a:spcBef>
                <a:spcPts val="0"/>
              </a:spcBef>
              <a:spcAft>
                <a:spcPts val="0"/>
              </a:spcAft>
              <a:buClr>
                <a:srgbClr val="15193E"/>
              </a:buClr>
              <a:buSzPts val="2599"/>
              <a:buFont typeface="Arial"/>
              <a:buChar char="•"/>
            </a:pPr>
            <a:r>
              <a:rPr b="0" i="0" lang="en-US" sz="2599" u="none" cap="none" strike="noStrike">
                <a:solidFill>
                  <a:srgbClr val="15193E"/>
                </a:solidFill>
                <a:latin typeface="Arial"/>
                <a:ea typeface="Arial"/>
                <a:cs typeface="Arial"/>
                <a:sym typeface="Arial"/>
              </a:rPr>
              <a:t>Gestión de usuarios y autenticación: Como cliente, quiero registrarme y acceder a mi perfil, para ver el historial y preferencias de mis compras anteriores.</a:t>
            </a:r>
            <a:endParaRPr/>
          </a:p>
          <a:p>
            <a:pPr indent="0" lvl="0" marL="0" marR="0" rtl="0" algn="l">
              <a:lnSpc>
                <a:spcPct val="120007"/>
              </a:lnSpc>
              <a:spcBef>
                <a:spcPts val="0"/>
              </a:spcBef>
              <a:spcAft>
                <a:spcPts val="0"/>
              </a:spcAft>
              <a:buNone/>
            </a:pPr>
            <a:r>
              <a:t/>
            </a:r>
            <a:endParaRPr b="0" i="0" sz="2599" u="none" cap="none" strike="noStrike">
              <a:solidFill>
                <a:srgbClr val="15193E"/>
              </a:solidFill>
              <a:latin typeface="Arial"/>
              <a:ea typeface="Arial"/>
              <a:cs typeface="Arial"/>
              <a:sym typeface="Arial"/>
            </a:endParaRPr>
          </a:p>
        </p:txBody>
      </p:sp>
      <p:sp>
        <p:nvSpPr>
          <p:cNvPr id="229" name="Google Shape;229;p8"/>
          <p:cNvSpPr/>
          <p:nvPr/>
        </p:nvSpPr>
        <p:spPr>
          <a:xfrm>
            <a:off x="0" y="9416472"/>
            <a:ext cx="18288000" cy="870528"/>
          </a:xfrm>
          <a:custGeom>
            <a:rect b="b" l="l" r="r" t="t"/>
            <a:pathLst>
              <a:path extrusionOk="0" h="870528" w="18288000">
                <a:moveTo>
                  <a:pt x="0" y="0"/>
                </a:moveTo>
                <a:lnTo>
                  <a:pt x="18288000" y="0"/>
                </a:lnTo>
                <a:lnTo>
                  <a:pt x="18288000" y="870528"/>
                </a:lnTo>
                <a:lnTo>
                  <a:pt x="0" y="870528"/>
                </a:lnTo>
                <a:lnTo>
                  <a:pt x="0" y="0"/>
                </a:lnTo>
                <a:close/>
              </a:path>
            </a:pathLst>
          </a:custGeom>
          <a:blipFill rotWithShape="1">
            <a:blip r:embed="rId4">
              <a:alphaModFix/>
            </a:blip>
            <a:stretch>
              <a:fillRect b="0" l="0" r="0" t="-2000397"/>
            </a:stretch>
          </a:blipFill>
          <a:ln>
            <a:noFill/>
          </a:ln>
        </p:spPr>
      </p:sp>
      <p:sp>
        <p:nvSpPr>
          <p:cNvPr id="230" name="Google Shape;230;p8"/>
          <p:cNvSpPr txBox="1"/>
          <p:nvPr/>
        </p:nvSpPr>
        <p:spPr>
          <a:xfrm>
            <a:off x="9411612" y="2884395"/>
            <a:ext cx="7876949" cy="5286375"/>
          </a:xfrm>
          <a:prstGeom prst="rect">
            <a:avLst/>
          </a:prstGeom>
          <a:noFill/>
          <a:ln>
            <a:noFill/>
          </a:ln>
        </p:spPr>
        <p:txBody>
          <a:bodyPr anchorCtr="0" anchor="t" bIns="0" lIns="0" spcFirstLastPara="1" rIns="0" wrap="square" tIns="0">
            <a:spAutoFit/>
          </a:bodyPr>
          <a:lstStyle/>
          <a:p>
            <a:pPr indent="-280668" lvl="1" marL="561339" marR="0" rtl="0" algn="l">
              <a:lnSpc>
                <a:spcPct val="120007"/>
              </a:lnSpc>
              <a:spcBef>
                <a:spcPts val="0"/>
              </a:spcBef>
              <a:spcAft>
                <a:spcPts val="0"/>
              </a:spcAft>
              <a:buClr>
                <a:srgbClr val="15193E"/>
              </a:buClr>
              <a:buSzPts val="2599"/>
              <a:buFont typeface="Arial"/>
              <a:buChar char="•"/>
            </a:pPr>
            <a:r>
              <a:rPr b="0" i="0" lang="en-US" sz="2599" u="none" cap="none" strike="noStrike">
                <a:solidFill>
                  <a:srgbClr val="15193E"/>
                </a:solidFill>
                <a:latin typeface="Arial"/>
                <a:ea typeface="Arial"/>
                <a:cs typeface="Arial"/>
                <a:sym typeface="Arial"/>
              </a:rPr>
              <a:t>Panel administrativo y reportes: Como administrador, necesito gestionar desde un solo lugar los productos, pedidos y stock, además de acceder a reportes de ventas mensuales para tomar decisiones informadas.</a:t>
            </a:r>
            <a:endParaRPr/>
          </a:p>
          <a:p>
            <a:pPr indent="0" lvl="0" marL="0" marR="0" rtl="0" algn="l">
              <a:lnSpc>
                <a:spcPct val="120007"/>
              </a:lnSpc>
              <a:spcBef>
                <a:spcPts val="0"/>
              </a:spcBef>
              <a:spcAft>
                <a:spcPts val="0"/>
              </a:spcAft>
              <a:buNone/>
            </a:pPr>
            <a:r>
              <a:t/>
            </a:r>
            <a:endParaRPr b="0" i="0" sz="2599" u="none" cap="none" strike="noStrike">
              <a:solidFill>
                <a:srgbClr val="15193E"/>
              </a:solidFill>
              <a:latin typeface="Arial"/>
              <a:ea typeface="Arial"/>
              <a:cs typeface="Arial"/>
              <a:sym typeface="Arial"/>
            </a:endParaRPr>
          </a:p>
          <a:p>
            <a:pPr indent="-280668" lvl="1" marL="561339" marR="0" rtl="0" algn="l">
              <a:lnSpc>
                <a:spcPct val="120007"/>
              </a:lnSpc>
              <a:spcBef>
                <a:spcPts val="0"/>
              </a:spcBef>
              <a:spcAft>
                <a:spcPts val="0"/>
              </a:spcAft>
              <a:buClr>
                <a:srgbClr val="15193E"/>
              </a:buClr>
              <a:buSzPts val="2599"/>
              <a:buFont typeface="Arial"/>
              <a:buChar char="•"/>
            </a:pPr>
            <a:r>
              <a:rPr b="0" i="0" lang="en-US" sz="2599" u="none" cap="none" strike="noStrike">
                <a:solidFill>
                  <a:srgbClr val="15193E"/>
                </a:solidFill>
                <a:latin typeface="Arial"/>
                <a:ea typeface="Arial"/>
                <a:cs typeface="Arial"/>
                <a:sym typeface="Arial"/>
              </a:rPr>
              <a:t>Notificaciones y experiencia del cliente: Como cliente, quiero recibir notificaciones automáticas al correo sobre el estado de mi pedido y despacho, para saber cuándo llegará mi compra.</a:t>
            </a:r>
            <a:endParaRPr/>
          </a:p>
          <a:p>
            <a:pPr indent="0" lvl="0" marL="0" marR="0" rtl="0" algn="l">
              <a:lnSpc>
                <a:spcPct val="170026"/>
              </a:lnSpc>
              <a:spcBef>
                <a:spcPts val="0"/>
              </a:spcBef>
              <a:spcAft>
                <a:spcPts val="0"/>
              </a:spcAft>
              <a:buNone/>
            </a:pPr>
            <a:r>
              <a:t/>
            </a:r>
            <a:endParaRPr b="0" i="0" sz="2599" u="none" cap="none" strike="noStrike">
              <a:solidFill>
                <a:srgbClr val="15193E"/>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234" name="Shape 234"/>
        <p:cNvGrpSpPr/>
        <p:nvPr/>
      </p:nvGrpSpPr>
      <p:grpSpPr>
        <a:xfrm>
          <a:off x="0" y="0"/>
          <a:ext cx="0" cy="0"/>
          <a:chOff x="0" y="0"/>
          <a:chExt cx="0" cy="0"/>
        </a:xfrm>
      </p:grpSpPr>
      <p:sp>
        <p:nvSpPr>
          <p:cNvPr id="235" name="Google Shape;235;p9"/>
          <p:cNvSpPr/>
          <p:nvPr/>
        </p:nvSpPr>
        <p:spPr>
          <a:xfrm>
            <a:off x="7987705" y="0"/>
            <a:ext cx="10401374" cy="10401374"/>
          </a:xfrm>
          <a:custGeom>
            <a:rect b="b" l="l" r="r" t="t"/>
            <a:pathLst>
              <a:path extrusionOk="0" h="10401374" w="10401374">
                <a:moveTo>
                  <a:pt x="0" y="0"/>
                </a:moveTo>
                <a:lnTo>
                  <a:pt x="10401374" y="0"/>
                </a:lnTo>
                <a:lnTo>
                  <a:pt x="10401374" y="10401374"/>
                </a:lnTo>
                <a:lnTo>
                  <a:pt x="0" y="10401374"/>
                </a:lnTo>
                <a:lnTo>
                  <a:pt x="0" y="0"/>
                </a:lnTo>
                <a:close/>
              </a:path>
            </a:pathLst>
          </a:custGeom>
          <a:blipFill rotWithShape="1">
            <a:blip r:embed="rId3">
              <a:alphaModFix/>
            </a:blip>
            <a:stretch>
              <a:fillRect b="0" l="0" r="0" t="0"/>
            </a:stretch>
          </a:blipFill>
          <a:ln>
            <a:noFill/>
          </a:ln>
        </p:spPr>
      </p:sp>
      <p:sp>
        <p:nvSpPr>
          <p:cNvPr id="236" name="Google Shape;236;p9"/>
          <p:cNvSpPr/>
          <p:nvPr/>
        </p:nvSpPr>
        <p:spPr>
          <a:xfrm>
            <a:off x="-139536"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237" name="Google Shape;237;p9"/>
          <p:cNvSpPr/>
          <p:nvPr/>
        </p:nvSpPr>
        <p:spPr>
          <a:xfrm>
            <a:off x="-1214315" y="479227"/>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238" name="Google Shape;238;p9"/>
          <p:cNvSpPr/>
          <p:nvPr/>
        </p:nvSpPr>
        <p:spPr>
          <a:xfrm>
            <a:off x="-1000792" y="-422617"/>
            <a:ext cx="2362646" cy="1404701"/>
          </a:xfrm>
          <a:custGeom>
            <a:rect b="b" l="l" r="r" t="t"/>
            <a:pathLst>
              <a:path extrusionOk="0" h="1404701" w="2362646">
                <a:moveTo>
                  <a:pt x="0" y="0"/>
                </a:moveTo>
                <a:lnTo>
                  <a:pt x="2362647" y="0"/>
                </a:lnTo>
                <a:lnTo>
                  <a:pt x="2362647" y="1404701"/>
                </a:lnTo>
                <a:lnTo>
                  <a:pt x="0" y="1404701"/>
                </a:lnTo>
                <a:lnTo>
                  <a:pt x="0" y="0"/>
                </a:lnTo>
                <a:close/>
              </a:path>
            </a:pathLst>
          </a:custGeom>
          <a:blipFill rotWithShape="1">
            <a:blip r:embed="rId4">
              <a:alphaModFix/>
            </a:blip>
            <a:stretch>
              <a:fillRect b="0" l="0" r="0" t="0"/>
            </a:stretch>
          </a:blipFill>
          <a:ln>
            <a:noFill/>
          </a:ln>
        </p:spPr>
      </p:sp>
      <p:sp>
        <p:nvSpPr>
          <p:cNvPr id="239" name="Google Shape;239;p9"/>
          <p:cNvSpPr/>
          <p:nvPr/>
        </p:nvSpPr>
        <p:spPr>
          <a:xfrm flipH="1" rot="10800000">
            <a:off x="-139536" y="9177967"/>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4">
              <a:alphaModFix/>
            </a:blip>
            <a:stretch>
              <a:fillRect b="0" l="0" r="0" t="0"/>
            </a:stretch>
          </a:blipFill>
          <a:ln>
            <a:noFill/>
          </a:ln>
        </p:spPr>
      </p:sp>
      <p:sp>
        <p:nvSpPr>
          <p:cNvPr id="240" name="Google Shape;240;p9"/>
          <p:cNvSpPr/>
          <p:nvPr/>
        </p:nvSpPr>
        <p:spPr>
          <a:xfrm flipH="1" rot="10800000">
            <a:off x="-1000792" y="9238143"/>
            <a:ext cx="2362646" cy="1404701"/>
          </a:xfrm>
          <a:custGeom>
            <a:rect b="b" l="l" r="r" t="t"/>
            <a:pathLst>
              <a:path extrusionOk="0" h="1404701" w="2362646">
                <a:moveTo>
                  <a:pt x="0" y="1404701"/>
                </a:moveTo>
                <a:lnTo>
                  <a:pt x="2362647" y="1404701"/>
                </a:lnTo>
                <a:lnTo>
                  <a:pt x="2362647" y="0"/>
                </a:lnTo>
                <a:lnTo>
                  <a:pt x="0" y="0"/>
                </a:lnTo>
                <a:lnTo>
                  <a:pt x="0" y="1404701"/>
                </a:lnTo>
                <a:close/>
              </a:path>
            </a:pathLst>
          </a:custGeom>
          <a:blipFill rotWithShape="1">
            <a:blip r:embed="rId4">
              <a:alphaModFix/>
            </a:blip>
            <a:stretch>
              <a:fillRect b="0" l="0" r="0" t="0"/>
            </a:stretch>
          </a:blipFill>
          <a:ln>
            <a:noFill/>
          </a:ln>
        </p:spPr>
      </p:sp>
      <p:sp>
        <p:nvSpPr>
          <p:cNvPr id="241" name="Google Shape;241;p9"/>
          <p:cNvSpPr/>
          <p:nvPr/>
        </p:nvSpPr>
        <p:spPr>
          <a:xfrm>
            <a:off x="1618469" y="1747337"/>
            <a:ext cx="670403" cy="703667"/>
          </a:xfrm>
          <a:custGeom>
            <a:rect b="b" l="l" r="r" t="t"/>
            <a:pathLst>
              <a:path extrusionOk="0" h="703667" w="670403">
                <a:moveTo>
                  <a:pt x="0" y="0"/>
                </a:moveTo>
                <a:lnTo>
                  <a:pt x="670403" y="0"/>
                </a:lnTo>
                <a:lnTo>
                  <a:pt x="670403" y="703667"/>
                </a:lnTo>
                <a:lnTo>
                  <a:pt x="0" y="703667"/>
                </a:lnTo>
                <a:lnTo>
                  <a:pt x="0" y="0"/>
                </a:lnTo>
                <a:close/>
              </a:path>
            </a:pathLst>
          </a:custGeom>
          <a:blipFill rotWithShape="1">
            <a:blip r:embed="rId5">
              <a:alphaModFix/>
            </a:blip>
            <a:stretch>
              <a:fillRect b="0" l="0" r="0" t="0"/>
            </a:stretch>
          </a:blipFill>
          <a:ln>
            <a:noFill/>
          </a:ln>
        </p:spPr>
      </p:sp>
      <p:cxnSp>
        <p:nvCxnSpPr>
          <p:cNvPr id="242" name="Google Shape;242;p9"/>
          <p:cNvCxnSpPr/>
          <p:nvPr/>
        </p:nvCxnSpPr>
        <p:spPr>
          <a:xfrm>
            <a:off x="9331591" y="1028700"/>
            <a:ext cx="0" cy="8229600"/>
          </a:xfrm>
          <a:prstGeom prst="straightConnector1">
            <a:avLst/>
          </a:prstGeom>
          <a:noFill/>
          <a:ln cap="flat" cmpd="sng" w="38100">
            <a:solidFill>
              <a:srgbClr val="F0F2FD"/>
            </a:solidFill>
            <a:prstDash val="solid"/>
            <a:round/>
            <a:headEnd len="sm" w="sm" type="none"/>
            <a:tailEnd len="sm" w="sm" type="none"/>
          </a:ln>
        </p:spPr>
      </p:cxnSp>
      <p:grpSp>
        <p:nvGrpSpPr>
          <p:cNvPr id="243" name="Google Shape;243;p9"/>
          <p:cNvGrpSpPr/>
          <p:nvPr/>
        </p:nvGrpSpPr>
        <p:grpSpPr>
          <a:xfrm>
            <a:off x="8854074" y="1722230"/>
            <a:ext cx="955034" cy="955034"/>
            <a:chOff x="0" y="0"/>
            <a:chExt cx="812800" cy="812800"/>
          </a:xfrm>
        </p:grpSpPr>
        <p:sp>
          <p:nvSpPr>
            <p:cNvPr id="244" name="Google Shape;244;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6" name="Google Shape;246;p9"/>
          <p:cNvGrpSpPr/>
          <p:nvPr/>
        </p:nvGrpSpPr>
        <p:grpSpPr>
          <a:xfrm>
            <a:off x="8854074" y="6132727"/>
            <a:ext cx="955034" cy="955034"/>
            <a:chOff x="0" y="0"/>
            <a:chExt cx="812800" cy="812800"/>
          </a:xfrm>
        </p:grpSpPr>
        <p:sp>
          <p:nvSpPr>
            <p:cNvPr id="247" name="Google Shape;247;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9" name="Google Shape;249;p9"/>
          <p:cNvSpPr txBox="1"/>
          <p:nvPr/>
        </p:nvSpPr>
        <p:spPr>
          <a:xfrm>
            <a:off x="702280" y="4170882"/>
            <a:ext cx="6131100" cy="22134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5099" u="none" cap="none" strike="noStrike">
                <a:solidFill>
                  <a:srgbClr val="15193E"/>
                </a:solidFill>
                <a:latin typeface="Ultra"/>
                <a:ea typeface="Ultra"/>
                <a:cs typeface="Ultra"/>
                <a:sym typeface="Ultra"/>
              </a:rPr>
              <a:t>COMPONENTES Y ARTEFACTOS DEL SISTEMA</a:t>
            </a:r>
            <a:endParaRPr sz="100"/>
          </a:p>
        </p:txBody>
      </p:sp>
      <p:sp>
        <p:nvSpPr>
          <p:cNvPr id="250" name="Google Shape;250;p9"/>
          <p:cNvSpPr txBox="1"/>
          <p:nvPr/>
        </p:nvSpPr>
        <p:spPr>
          <a:xfrm>
            <a:off x="10049836" y="1933396"/>
            <a:ext cx="7209464" cy="318135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None/>
            </a:pPr>
            <a:r>
              <a:rPr b="0" i="0" lang="en-US" sz="2999" u="none" cap="none" strike="noStrike">
                <a:solidFill>
                  <a:srgbClr val="F0F2FD"/>
                </a:solidFill>
                <a:latin typeface="Arial"/>
                <a:ea typeface="Arial"/>
                <a:cs typeface="Arial"/>
                <a:sym typeface="Arial"/>
              </a:rPr>
              <a:t>Catálogo de productos</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Vista de visualización de productos</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Base de datos de productos (imágenes, descripciones, stock, precios)</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Panel de edición para administradores</a:t>
            </a:r>
            <a:endParaRPr/>
          </a:p>
        </p:txBody>
      </p:sp>
      <p:sp>
        <p:nvSpPr>
          <p:cNvPr id="251" name="Google Shape;251;p9"/>
          <p:cNvSpPr txBox="1"/>
          <p:nvPr/>
        </p:nvSpPr>
        <p:spPr>
          <a:xfrm>
            <a:off x="10049836" y="6229424"/>
            <a:ext cx="7209464" cy="37147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000" u="none" cap="none" strike="noStrike">
                <a:solidFill>
                  <a:srgbClr val="F0F2FD"/>
                </a:solidFill>
                <a:latin typeface="Arial"/>
                <a:ea typeface="Arial"/>
                <a:cs typeface="Arial"/>
                <a:sym typeface="Arial"/>
              </a:rPr>
              <a:t>Carrito de compras y Checkout</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Módulo de carrito (agregar/eliminar/modificar productos)</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Cálculo automático de total de compra</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Página de checkout y confirmación de pedido</a:t>
            </a:r>
            <a:endParaRPr/>
          </a:p>
        </p:txBody>
      </p:sp>
      <p:sp>
        <p:nvSpPr>
          <p:cNvPr id="252" name="Google Shape;252;p9"/>
          <p:cNvSpPr txBox="1"/>
          <p:nvPr/>
        </p:nvSpPr>
        <p:spPr>
          <a:xfrm>
            <a:off x="8970503" y="2030498"/>
            <a:ext cx="722176" cy="443272"/>
          </a:xfrm>
          <a:prstGeom prst="rect">
            <a:avLst/>
          </a:prstGeom>
          <a:noFill/>
          <a:ln>
            <a:noFill/>
          </a:ln>
        </p:spPr>
        <p:txBody>
          <a:bodyPr anchorCtr="0" anchor="t" bIns="0" lIns="0" spcFirstLastPara="1" rIns="0" wrap="square" tIns="0">
            <a:spAutoFit/>
          </a:bodyPr>
          <a:lstStyle/>
          <a:p>
            <a:pPr indent="0" lvl="0" marL="0" marR="0" rtl="0" algn="ctr">
              <a:lnSpc>
                <a:spcPct val="102981"/>
              </a:lnSpc>
              <a:spcBef>
                <a:spcPts val="0"/>
              </a:spcBef>
              <a:spcAft>
                <a:spcPts val="0"/>
              </a:spcAft>
              <a:buNone/>
            </a:pPr>
            <a:r>
              <a:rPr b="1" i="0" lang="en-US" sz="2884" u="none" cap="none" strike="noStrike">
                <a:solidFill>
                  <a:srgbClr val="5666F8"/>
                </a:solidFill>
                <a:latin typeface="Ultra"/>
                <a:ea typeface="Ultra"/>
                <a:cs typeface="Ultra"/>
                <a:sym typeface="Ultra"/>
              </a:rPr>
              <a:t>01</a:t>
            </a:r>
            <a:endParaRPr/>
          </a:p>
        </p:txBody>
      </p:sp>
      <p:sp>
        <p:nvSpPr>
          <p:cNvPr id="253" name="Google Shape;253;p9"/>
          <p:cNvSpPr txBox="1"/>
          <p:nvPr/>
        </p:nvSpPr>
        <p:spPr>
          <a:xfrm>
            <a:off x="8980028" y="6440996"/>
            <a:ext cx="722176" cy="443272"/>
          </a:xfrm>
          <a:prstGeom prst="rect">
            <a:avLst/>
          </a:prstGeom>
          <a:noFill/>
          <a:ln>
            <a:noFill/>
          </a:ln>
        </p:spPr>
        <p:txBody>
          <a:bodyPr anchorCtr="0" anchor="t" bIns="0" lIns="0" spcFirstLastPara="1" rIns="0" wrap="square" tIns="0">
            <a:spAutoFit/>
          </a:bodyPr>
          <a:lstStyle/>
          <a:p>
            <a:pPr indent="0" lvl="0" marL="0" marR="0" rtl="0" algn="ctr">
              <a:lnSpc>
                <a:spcPct val="102981"/>
              </a:lnSpc>
              <a:spcBef>
                <a:spcPts val="0"/>
              </a:spcBef>
              <a:spcAft>
                <a:spcPts val="0"/>
              </a:spcAft>
              <a:buNone/>
            </a:pPr>
            <a:r>
              <a:rPr b="1" i="0" lang="en-US" sz="2884" u="none" cap="none" strike="noStrike">
                <a:solidFill>
                  <a:srgbClr val="5666F8"/>
                </a:solidFill>
                <a:latin typeface="Ultra"/>
                <a:ea typeface="Ultra"/>
                <a:cs typeface="Ultra"/>
                <a:sym typeface="Ultra"/>
              </a:rPr>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257" name="Shape 257"/>
        <p:cNvGrpSpPr/>
        <p:nvPr/>
      </p:nvGrpSpPr>
      <p:grpSpPr>
        <a:xfrm>
          <a:off x="0" y="0"/>
          <a:ext cx="0" cy="0"/>
          <a:chOff x="0" y="0"/>
          <a:chExt cx="0" cy="0"/>
        </a:xfrm>
      </p:grpSpPr>
      <p:sp>
        <p:nvSpPr>
          <p:cNvPr id="258" name="Google Shape;258;p10"/>
          <p:cNvSpPr/>
          <p:nvPr/>
        </p:nvSpPr>
        <p:spPr>
          <a:xfrm>
            <a:off x="7987705" y="0"/>
            <a:ext cx="10401374" cy="10401374"/>
          </a:xfrm>
          <a:custGeom>
            <a:rect b="b" l="l" r="r" t="t"/>
            <a:pathLst>
              <a:path extrusionOk="0" h="10401374" w="10401374">
                <a:moveTo>
                  <a:pt x="0" y="0"/>
                </a:moveTo>
                <a:lnTo>
                  <a:pt x="10401374" y="0"/>
                </a:lnTo>
                <a:lnTo>
                  <a:pt x="10401374" y="10401374"/>
                </a:lnTo>
                <a:lnTo>
                  <a:pt x="0" y="10401374"/>
                </a:lnTo>
                <a:lnTo>
                  <a:pt x="0" y="0"/>
                </a:lnTo>
                <a:close/>
              </a:path>
            </a:pathLst>
          </a:custGeom>
          <a:blipFill rotWithShape="1">
            <a:blip r:embed="rId3">
              <a:alphaModFix/>
            </a:blip>
            <a:stretch>
              <a:fillRect b="0" l="0" r="0" t="0"/>
            </a:stretch>
          </a:blipFill>
          <a:ln>
            <a:noFill/>
          </a:ln>
        </p:spPr>
      </p:sp>
      <p:sp>
        <p:nvSpPr>
          <p:cNvPr id="259" name="Google Shape;259;p10"/>
          <p:cNvSpPr/>
          <p:nvPr/>
        </p:nvSpPr>
        <p:spPr>
          <a:xfrm>
            <a:off x="-139536"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260" name="Google Shape;260;p10"/>
          <p:cNvSpPr/>
          <p:nvPr/>
        </p:nvSpPr>
        <p:spPr>
          <a:xfrm>
            <a:off x="-1214315" y="479227"/>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261" name="Google Shape;261;p10"/>
          <p:cNvSpPr/>
          <p:nvPr/>
        </p:nvSpPr>
        <p:spPr>
          <a:xfrm>
            <a:off x="-1000792" y="-422617"/>
            <a:ext cx="2362646" cy="1404701"/>
          </a:xfrm>
          <a:custGeom>
            <a:rect b="b" l="l" r="r" t="t"/>
            <a:pathLst>
              <a:path extrusionOk="0" h="1404701" w="2362646">
                <a:moveTo>
                  <a:pt x="0" y="0"/>
                </a:moveTo>
                <a:lnTo>
                  <a:pt x="2362647" y="0"/>
                </a:lnTo>
                <a:lnTo>
                  <a:pt x="2362647" y="1404701"/>
                </a:lnTo>
                <a:lnTo>
                  <a:pt x="0" y="1404701"/>
                </a:lnTo>
                <a:lnTo>
                  <a:pt x="0" y="0"/>
                </a:lnTo>
                <a:close/>
              </a:path>
            </a:pathLst>
          </a:custGeom>
          <a:blipFill rotWithShape="1">
            <a:blip r:embed="rId4">
              <a:alphaModFix/>
            </a:blip>
            <a:stretch>
              <a:fillRect b="0" l="0" r="0" t="0"/>
            </a:stretch>
          </a:blipFill>
          <a:ln>
            <a:noFill/>
          </a:ln>
        </p:spPr>
      </p:sp>
      <p:sp>
        <p:nvSpPr>
          <p:cNvPr id="262" name="Google Shape;262;p10"/>
          <p:cNvSpPr/>
          <p:nvPr/>
        </p:nvSpPr>
        <p:spPr>
          <a:xfrm flipH="1" rot="10800000">
            <a:off x="-139536" y="9177967"/>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4">
              <a:alphaModFix/>
            </a:blip>
            <a:stretch>
              <a:fillRect b="0" l="0" r="0" t="0"/>
            </a:stretch>
          </a:blipFill>
          <a:ln>
            <a:noFill/>
          </a:ln>
        </p:spPr>
      </p:sp>
      <p:sp>
        <p:nvSpPr>
          <p:cNvPr id="263" name="Google Shape;263;p10"/>
          <p:cNvSpPr/>
          <p:nvPr/>
        </p:nvSpPr>
        <p:spPr>
          <a:xfrm flipH="1" rot="10800000">
            <a:off x="-1000792" y="9238143"/>
            <a:ext cx="2362646" cy="1404701"/>
          </a:xfrm>
          <a:custGeom>
            <a:rect b="b" l="l" r="r" t="t"/>
            <a:pathLst>
              <a:path extrusionOk="0" h="1404701" w="2362646">
                <a:moveTo>
                  <a:pt x="0" y="1404701"/>
                </a:moveTo>
                <a:lnTo>
                  <a:pt x="2362647" y="1404701"/>
                </a:lnTo>
                <a:lnTo>
                  <a:pt x="2362647" y="0"/>
                </a:lnTo>
                <a:lnTo>
                  <a:pt x="0" y="0"/>
                </a:lnTo>
                <a:lnTo>
                  <a:pt x="0" y="1404701"/>
                </a:lnTo>
                <a:close/>
              </a:path>
            </a:pathLst>
          </a:custGeom>
          <a:blipFill rotWithShape="1">
            <a:blip r:embed="rId4">
              <a:alphaModFix/>
            </a:blip>
            <a:stretch>
              <a:fillRect b="0" l="0" r="0" t="0"/>
            </a:stretch>
          </a:blipFill>
          <a:ln>
            <a:noFill/>
          </a:ln>
        </p:spPr>
      </p:sp>
      <p:sp>
        <p:nvSpPr>
          <p:cNvPr id="264" name="Google Shape;264;p10"/>
          <p:cNvSpPr/>
          <p:nvPr/>
        </p:nvSpPr>
        <p:spPr>
          <a:xfrm>
            <a:off x="1618469" y="1747337"/>
            <a:ext cx="670403" cy="703667"/>
          </a:xfrm>
          <a:custGeom>
            <a:rect b="b" l="l" r="r" t="t"/>
            <a:pathLst>
              <a:path extrusionOk="0" h="703667" w="670403">
                <a:moveTo>
                  <a:pt x="0" y="0"/>
                </a:moveTo>
                <a:lnTo>
                  <a:pt x="670403" y="0"/>
                </a:lnTo>
                <a:lnTo>
                  <a:pt x="670403" y="703667"/>
                </a:lnTo>
                <a:lnTo>
                  <a:pt x="0" y="703667"/>
                </a:lnTo>
                <a:lnTo>
                  <a:pt x="0" y="0"/>
                </a:lnTo>
                <a:close/>
              </a:path>
            </a:pathLst>
          </a:custGeom>
          <a:blipFill rotWithShape="1">
            <a:blip r:embed="rId5">
              <a:alphaModFix/>
            </a:blip>
            <a:stretch>
              <a:fillRect b="0" l="0" r="0" t="0"/>
            </a:stretch>
          </a:blipFill>
          <a:ln>
            <a:noFill/>
          </a:ln>
        </p:spPr>
      </p:sp>
      <p:cxnSp>
        <p:nvCxnSpPr>
          <p:cNvPr id="265" name="Google Shape;265;p10"/>
          <p:cNvCxnSpPr/>
          <p:nvPr/>
        </p:nvCxnSpPr>
        <p:spPr>
          <a:xfrm>
            <a:off x="9331591" y="1028700"/>
            <a:ext cx="0" cy="8229600"/>
          </a:xfrm>
          <a:prstGeom prst="straightConnector1">
            <a:avLst/>
          </a:prstGeom>
          <a:noFill/>
          <a:ln cap="flat" cmpd="sng" w="38100">
            <a:solidFill>
              <a:srgbClr val="F0F2FD"/>
            </a:solidFill>
            <a:prstDash val="solid"/>
            <a:round/>
            <a:headEnd len="sm" w="sm" type="none"/>
            <a:tailEnd len="sm" w="sm" type="none"/>
          </a:ln>
        </p:spPr>
      </p:cxnSp>
      <p:grpSp>
        <p:nvGrpSpPr>
          <p:cNvPr id="266" name="Google Shape;266;p10"/>
          <p:cNvGrpSpPr/>
          <p:nvPr/>
        </p:nvGrpSpPr>
        <p:grpSpPr>
          <a:xfrm>
            <a:off x="8854074" y="1722230"/>
            <a:ext cx="955034" cy="955034"/>
            <a:chOff x="0" y="0"/>
            <a:chExt cx="812800" cy="812800"/>
          </a:xfrm>
        </p:grpSpPr>
        <p:sp>
          <p:nvSpPr>
            <p:cNvPr id="267" name="Google Shape;267;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9" name="Google Shape;269;p10"/>
          <p:cNvGrpSpPr/>
          <p:nvPr/>
        </p:nvGrpSpPr>
        <p:grpSpPr>
          <a:xfrm>
            <a:off x="8854074" y="6132727"/>
            <a:ext cx="955034" cy="955034"/>
            <a:chOff x="0" y="0"/>
            <a:chExt cx="812800" cy="812800"/>
          </a:xfrm>
        </p:grpSpPr>
        <p:sp>
          <p:nvSpPr>
            <p:cNvPr id="270" name="Google Shape;27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2" name="Google Shape;272;p10"/>
          <p:cNvSpPr txBox="1"/>
          <p:nvPr/>
        </p:nvSpPr>
        <p:spPr>
          <a:xfrm>
            <a:off x="702280" y="4170882"/>
            <a:ext cx="6131100" cy="22134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5099" u="none" cap="none" strike="noStrike">
                <a:solidFill>
                  <a:srgbClr val="15193E"/>
                </a:solidFill>
                <a:latin typeface="Ultra"/>
                <a:ea typeface="Ultra"/>
                <a:cs typeface="Ultra"/>
                <a:sym typeface="Ultra"/>
              </a:rPr>
              <a:t>COMPONENTES Y ARTEFACTOS DEL SISTEMA</a:t>
            </a:r>
            <a:endParaRPr sz="100"/>
          </a:p>
        </p:txBody>
      </p:sp>
      <p:sp>
        <p:nvSpPr>
          <p:cNvPr id="273" name="Google Shape;273;p10"/>
          <p:cNvSpPr txBox="1"/>
          <p:nvPr/>
        </p:nvSpPr>
        <p:spPr>
          <a:xfrm>
            <a:off x="10049836" y="1933396"/>
            <a:ext cx="7209464" cy="318135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None/>
            </a:pPr>
            <a:r>
              <a:rPr b="0" i="0" lang="en-US" sz="2999" u="none" cap="none" strike="noStrike">
                <a:solidFill>
                  <a:srgbClr val="F0F2FD"/>
                </a:solidFill>
                <a:latin typeface="Arial"/>
                <a:ea typeface="Arial"/>
                <a:cs typeface="Arial"/>
                <a:sym typeface="Arial"/>
              </a:rPr>
              <a:t>Módulo de Pago</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Integración con pasarela de pagos (ej. Transbank/Webpay)</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Formulario para ingresar datos de pago</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Sistema de confirmación de pago y emisión de comprobante</a:t>
            </a:r>
            <a:endParaRPr/>
          </a:p>
        </p:txBody>
      </p:sp>
      <p:sp>
        <p:nvSpPr>
          <p:cNvPr id="274" name="Google Shape;274;p10"/>
          <p:cNvSpPr txBox="1"/>
          <p:nvPr/>
        </p:nvSpPr>
        <p:spPr>
          <a:xfrm>
            <a:off x="10049836" y="6229424"/>
            <a:ext cx="7209464" cy="32575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000" u="none" cap="none" strike="noStrike">
                <a:solidFill>
                  <a:srgbClr val="F0F2FD"/>
                </a:solidFill>
                <a:latin typeface="Arial"/>
                <a:ea typeface="Arial"/>
                <a:cs typeface="Arial"/>
                <a:sym typeface="Arial"/>
              </a:rPr>
              <a:t>Autenticación y Gestión de Usuarios</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Formulario de registro e inicio de sesión</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Gestión de perfiles de cliente (historial de compras, preferencias)</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Panel de autenticación y autorización</a:t>
            </a:r>
            <a:endParaRPr/>
          </a:p>
        </p:txBody>
      </p:sp>
      <p:sp>
        <p:nvSpPr>
          <p:cNvPr id="275" name="Google Shape;275;p10"/>
          <p:cNvSpPr txBox="1"/>
          <p:nvPr/>
        </p:nvSpPr>
        <p:spPr>
          <a:xfrm>
            <a:off x="8970503" y="2030498"/>
            <a:ext cx="722176" cy="443272"/>
          </a:xfrm>
          <a:prstGeom prst="rect">
            <a:avLst/>
          </a:prstGeom>
          <a:noFill/>
          <a:ln>
            <a:noFill/>
          </a:ln>
        </p:spPr>
        <p:txBody>
          <a:bodyPr anchorCtr="0" anchor="t" bIns="0" lIns="0" spcFirstLastPara="1" rIns="0" wrap="square" tIns="0">
            <a:spAutoFit/>
          </a:bodyPr>
          <a:lstStyle/>
          <a:p>
            <a:pPr indent="0" lvl="0" marL="0" marR="0" rtl="0" algn="ctr">
              <a:lnSpc>
                <a:spcPct val="102981"/>
              </a:lnSpc>
              <a:spcBef>
                <a:spcPts val="0"/>
              </a:spcBef>
              <a:spcAft>
                <a:spcPts val="0"/>
              </a:spcAft>
              <a:buNone/>
            </a:pPr>
            <a:r>
              <a:rPr b="1" i="0" lang="en-US" sz="2884" u="none" cap="none" strike="noStrike">
                <a:solidFill>
                  <a:srgbClr val="5666F8"/>
                </a:solidFill>
                <a:latin typeface="Ultra"/>
                <a:ea typeface="Ultra"/>
                <a:cs typeface="Ultra"/>
                <a:sym typeface="Ultra"/>
              </a:rPr>
              <a:t>03</a:t>
            </a:r>
            <a:endParaRPr/>
          </a:p>
        </p:txBody>
      </p:sp>
      <p:sp>
        <p:nvSpPr>
          <p:cNvPr id="276" name="Google Shape;276;p10"/>
          <p:cNvSpPr txBox="1"/>
          <p:nvPr/>
        </p:nvSpPr>
        <p:spPr>
          <a:xfrm>
            <a:off x="8980028" y="6440996"/>
            <a:ext cx="722176" cy="443272"/>
          </a:xfrm>
          <a:prstGeom prst="rect">
            <a:avLst/>
          </a:prstGeom>
          <a:noFill/>
          <a:ln>
            <a:noFill/>
          </a:ln>
        </p:spPr>
        <p:txBody>
          <a:bodyPr anchorCtr="0" anchor="t" bIns="0" lIns="0" spcFirstLastPara="1" rIns="0" wrap="square" tIns="0">
            <a:spAutoFit/>
          </a:bodyPr>
          <a:lstStyle/>
          <a:p>
            <a:pPr indent="0" lvl="0" marL="0" marR="0" rtl="0" algn="ctr">
              <a:lnSpc>
                <a:spcPct val="102981"/>
              </a:lnSpc>
              <a:spcBef>
                <a:spcPts val="0"/>
              </a:spcBef>
              <a:spcAft>
                <a:spcPts val="0"/>
              </a:spcAft>
              <a:buNone/>
            </a:pPr>
            <a:r>
              <a:rPr b="1" i="0" lang="en-US" sz="2884" u="none" cap="none" strike="noStrike">
                <a:solidFill>
                  <a:srgbClr val="5666F8"/>
                </a:solidFill>
                <a:latin typeface="Ultra"/>
                <a:ea typeface="Ultra"/>
                <a:cs typeface="Ultra"/>
                <a:sym typeface="Ultra"/>
              </a:rPr>
              <a:t>04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280" name="Shape 280"/>
        <p:cNvGrpSpPr/>
        <p:nvPr/>
      </p:nvGrpSpPr>
      <p:grpSpPr>
        <a:xfrm>
          <a:off x="0" y="0"/>
          <a:ext cx="0" cy="0"/>
          <a:chOff x="0" y="0"/>
          <a:chExt cx="0" cy="0"/>
        </a:xfrm>
      </p:grpSpPr>
      <p:sp>
        <p:nvSpPr>
          <p:cNvPr id="281" name="Google Shape;281;p11"/>
          <p:cNvSpPr/>
          <p:nvPr/>
        </p:nvSpPr>
        <p:spPr>
          <a:xfrm>
            <a:off x="7987705" y="0"/>
            <a:ext cx="10401374" cy="10401374"/>
          </a:xfrm>
          <a:custGeom>
            <a:rect b="b" l="l" r="r" t="t"/>
            <a:pathLst>
              <a:path extrusionOk="0" h="10401374" w="10401374">
                <a:moveTo>
                  <a:pt x="0" y="0"/>
                </a:moveTo>
                <a:lnTo>
                  <a:pt x="10401374" y="0"/>
                </a:lnTo>
                <a:lnTo>
                  <a:pt x="10401374" y="10401374"/>
                </a:lnTo>
                <a:lnTo>
                  <a:pt x="0" y="10401374"/>
                </a:lnTo>
                <a:lnTo>
                  <a:pt x="0" y="0"/>
                </a:lnTo>
                <a:close/>
              </a:path>
            </a:pathLst>
          </a:custGeom>
          <a:blipFill rotWithShape="1">
            <a:blip r:embed="rId3">
              <a:alphaModFix/>
            </a:blip>
            <a:stretch>
              <a:fillRect b="0" l="0" r="0" t="0"/>
            </a:stretch>
          </a:blipFill>
          <a:ln>
            <a:noFill/>
          </a:ln>
        </p:spPr>
      </p:sp>
      <p:sp>
        <p:nvSpPr>
          <p:cNvPr id="282" name="Google Shape;282;p11"/>
          <p:cNvSpPr/>
          <p:nvPr/>
        </p:nvSpPr>
        <p:spPr>
          <a:xfrm>
            <a:off x="-139536"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283" name="Google Shape;283;p11"/>
          <p:cNvSpPr/>
          <p:nvPr/>
        </p:nvSpPr>
        <p:spPr>
          <a:xfrm>
            <a:off x="-1214315" y="479227"/>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284" name="Google Shape;284;p11"/>
          <p:cNvSpPr/>
          <p:nvPr/>
        </p:nvSpPr>
        <p:spPr>
          <a:xfrm>
            <a:off x="-1000792" y="-422617"/>
            <a:ext cx="2362646" cy="1404701"/>
          </a:xfrm>
          <a:custGeom>
            <a:rect b="b" l="l" r="r" t="t"/>
            <a:pathLst>
              <a:path extrusionOk="0" h="1404701" w="2362646">
                <a:moveTo>
                  <a:pt x="0" y="0"/>
                </a:moveTo>
                <a:lnTo>
                  <a:pt x="2362647" y="0"/>
                </a:lnTo>
                <a:lnTo>
                  <a:pt x="2362647" y="1404701"/>
                </a:lnTo>
                <a:lnTo>
                  <a:pt x="0" y="1404701"/>
                </a:lnTo>
                <a:lnTo>
                  <a:pt x="0" y="0"/>
                </a:lnTo>
                <a:close/>
              </a:path>
            </a:pathLst>
          </a:custGeom>
          <a:blipFill rotWithShape="1">
            <a:blip r:embed="rId4">
              <a:alphaModFix/>
            </a:blip>
            <a:stretch>
              <a:fillRect b="0" l="0" r="0" t="0"/>
            </a:stretch>
          </a:blipFill>
          <a:ln>
            <a:noFill/>
          </a:ln>
        </p:spPr>
      </p:sp>
      <p:sp>
        <p:nvSpPr>
          <p:cNvPr id="285" name="Google Shape;285;p11"/>
          <p:cNvSpPr/>
          <p:nvPr/>
        </p:nvSpPr>
        <p:spPr>
          <a:xfrm flipH="1" rot="10800000">
            <a:off x="-139536" y="9177967"/>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4">
              <a:alphaModFix/>
            </a:blip>
            <a:stretch>
              <a:fillRect b="0" l="0" r="0" t="0"/>
            </a:stretch>
          </a:blipFill>
          <a:ln>
            <a:noFill/>
          </a:ln>
        </p:spPr>
      </p:sp>
      <p:sp>
        <p:nvSpPr>
          <p:cNvPr id="286" name="Google Shape;286;p11"/>
          <p:cNvSpPr/>
          <p:nvPr/>
        </p:nvSpPr>
        <p:spPr>
          <a:xfrm flipH="1" rot="10800000">
            <a:off x="-1000792" y="9238143"/>
            <a:ext cx="2362646" cy="1404701"/>
          </a:xfrm>
          <a:custGeom>
            <a:rect b="b" l="l" r="r" t="t"/>
            <a:pathLst>
              <a:path extrusionOk="0" h="1404701" w="2362646">
                <a:moveTo>
                  <a:pt x="0" y="1404701"/>
                </a:moveTo>
                <a:lnTo>
                  <a:pt x="2362647" y="1404701"/>
                </a:lnTo>
                <a:lnTo>
                  <a:pt x="2362647" y="0"/>
                </a:lnTo>
                <a:lnTo>
                  <a:pt x="0" y="0"/>
                </a:lnTo>
                <a:lnTo>
                  <a:pt x="0" y="1404701"/>
                </a:lnTo>
                <a:close/>
              </a:path>
            </a:pathLst>
          </a:custGeom>
          <a:blipFill rotWithShape="1">
            <a:blip r:embed="rId4">
              <a:alphaModFix/>
            </a:blip>
            <a:stretch>
              <a:fillRect b="0" l="0" r="0" t="0"/>
            </a:stretch>
          </a:blipFill>
          <a:ln>
            <a:noFill/>
          </a:ln>
        </p:spPr>
      </p:sp>
      <p:sp>
        <p:nvSpPr>
          <p:cNvPr id="287" name="Google Shape;287;p11"/>
          <p:cNvSpPr/>
          <p:nvPr/>
        </p:nvSpPr>
        <p:spPr>
          <a:xfrm>
            <a:off x="1618469" y="1747337"/>
            <a:ext cx="670403" cy="703667"/>
          </a:xfrm>
          <a:custGeom>
            <a:rect b="b" l="l" r="r" t="t"/>
            <a:pathLst>
              <a:path extrusionOk="0" h="703667" w="670403">
                <a:moveTo>
                  <a:pt x="0" y="0"/>
                </a:moveTo>
                <a:lnTo>
                  <a:pt x="670403" y="0"/>
                </a:lnTo>
                <a:lnTo>
                  <a:pt x="670403" y="703667"/>
                </a:lnTo>
                <a:lnTo>
                  <a:pt x="0" y="703667"/>
                </a:lnTo>
                <a:lnTo>
                  <a:pt x="0" y="0"/>
                </a:lnTo>
                <a:close/>
              </a:path>
            </a:pathLst>
          </a:custGeom>
          <a:blipFill rotWithShape="1">
            <a:blip r:embed="rId5">
              <a:alphaModFix/>
            </a:blip>
            <a:stretch>
              <a:fillRect b="0" l="0" r="0" t="0"/>
            </a:stretch>
          </a:blipFill>
          <a:ln>
            <a:noFill/>
          </a:ln>
        </p:spPr>
      </p:sp>
      <p:cxnSp>
        <p:nvCxnSpPr>
          <p:cNvPr id="288" name="Google Shape;288;p11"/>
          <p:cNvCxnSpPr/>
          <p:nvPr/>
        </p:nvCxnSpPr>
        <p:spPr>
          <a:xfrm>
            <a:off x="9331591" y="1028700"/>
            <a:ext cx="0" cy="8229600"/>
          </a:xfrm>
          <a:prstGeom prst="straightConnector1">
            <a:avLst/>
          </a:prstGeom>
          <a:noFill/>
          <a:ln cap="flat" cmpd="sng" w="38100">
            <a:solidFill>
              <a:srgbClr val="F0F2FD"/>
            </a:solidFill>
            <a:prstDash val="solid"/>
            <a:round/>
            <a:headEnd len="sm" w="sm" type="none"/>
            <a:tailEnd len="sm" w="sm" type="none"/>
          </a:ln>
        </p:spPr>
      </p:cxnSp>
      <p:grpSp>
        <p:nvGrpSpPr>
          <p:cNvPr id="289" name="Google Shape;289;p11"/>
          <p:cNvGrpSpPr/>
          <p:nvPr/>
        </p:nvGrpSpPr>
        <p:grpSpPr>
          <a:xfrm>
            <a:off x="8854074" y="1722230"/>
            <a:ext cx="955034" cy="955034"/>
            <a:chOff x="0" y="0"/>
            <a:chExt cx="812800" cy="812800"/>
          </a:xfrm>
        </p:grpSpPr>
        <p:sp>
          <p:nvSpPr>
            <p:cNvPr id="290" name="Google Shape;290;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2" name="Google Shape;292;p11"/>
          <p:cNvGrpSpPr/>
          <p:nvPr/>
        </p:nvGrpSpPr>
        <p:grpSpPr>
          <a:xfrm>
            <a:off x="8854074" y="6132727"/>
            <a:ext cx="955034" cy="955034"/>
            <a:chOff x="0" y="0"/>
            <a:chExt cx="812800" cy="812800"/>
          </a:xfrm>
        </p:grpSpPr>
        <p:sp>
          <p:nvSpPr>
            <p:cNvPr id="293" name="Google Shape;293;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11"/>
          <p:cNvSpPr txBox="1"/>
          <p:nvPr/>
        </p:nvSpPr>
        <p:spPr>
          <a:xfrm>
            <a:off x="702280" y="4170882"/>
            <a:ext cx="6131100" cy="21699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4999" u="none" cap="none" strike="noStrike">
                <a:solidFill>
                  <a:srgbClr val="15193E"/>
                </a:solidFill>
                <a:latin typeface="Ultra"/>
                <a:ea typeface="Ultra"/>
                <a:cs typeface="Ultra"/>
                <a:sym typeface="Ultra"/>
              </a:rPr>
              <a:t>COMPONENTES Y ARTEFACTOS DEL SISTEMA</a:t>
            </a:r>
            <a:endParaRPr sz="100"/>
          </a:p>
        </p:txBody>
      </p:sp>
      <p:sp>
        <p:nvSpPr>
          <p:cNvPr id="296" name="Google Shape;296;p11"/>
          <p:cNvSpPr txBox="1"/>
          <p:nvPr/>
        </p:nvSpPr>
        <p:spPr>
          <a:xfrm>
            <a:off x="10049836" y="1933396"/>
            <a:ext cx="8002493" cy="318135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None/>
            </a:pPr>
            <a:r>
              <a:rPr b="0" i="0" lang="en-US" sz="2999" u="none" cap="none" strike="noStrike">
                <a:solidFill>
                  <a:srgbClr val="F0F2FD"/>
                </a:solidFill>
                <a:latin typeface="Arial"/>
                <a:ea typeface="Arial"/>
                <a:cs typeface="Arial"/>
                <a:sym typeface="Arial"/>
              </a:rPr>
              <a:t>Panel Administrativo</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Panel de gestión de productos, usuarios y stock</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Visualizador de pedidos y estado de envíos</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Herramientas para editar catálogo y reportes</a:t>
            </a:r>
            <a:endParaRPr/>
          </a:p>
        </p:txBody>
      </p:sp>
      <p:sp>
        <p:nvSpPr>
          <p:cNvPr id="297" name="Google Shape;297;p11"/>
          <p:cNvSpPr txBox="1"/>
          <p:nvPr/>
        </p:nvSpPr>
        <p:spPr>
          <a:xfrm>
            <a:off x="10049836" y="6229424"/>
            <a:ext cx="8002493" cy="32575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000" u="none" cap="none" strike="noStrike">
                <a:solidFill>
                  <a:srgbClr val="F0F2FD"/>
                </a:solidFill>
                <a:latin typeface="Arial"/>
                <a:ea typeface="Arial"/>
                <a:cs typeface="Arial"/>
                <a:sym typeface="Arial"/>
              </a:rPr>
              <a:t>Notificaciones y Seguimiento</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Sistema de notificaciones automáticas por correo electrónico</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Módulo de seguimiento de estado de pedido</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Plantillas de emails para comunicaciones de compra y despacho</a:t>
            </a:r>
            <a:endParaRPr/>
          </a:p>
        </p:txBody>
      </p:sp>
      <p:sp>
        <p:nvSpPr>
          <p:cNvPr id="298" name="Google Shape;298;p11"/>
          <p:cNvSpPr txBox="1"/>
          <p:nvPr/>
        </p:nvSpPr>
        <p:spPr>
          <a:xfrm>
            <a:off x="8970503" y="2030498"/>
            <a:ext cx="722176" cy="443272"/>
          </a:xfrm>
          <a:prstGeom prst="rect">
            <a:avLst/>
          </a:prstGeom>
          <a:noFill/>
          <a:ln>
            <a:noFill/>
          </a:ln>
        </p:spPr>
        <p:txBody>
          <a:bodyPr anchorCtr="0" anchor="t" bIns="0" lIns="0" spcFirstLastPara="1" rIns="0" wrap="square" tIns="0">
            <a:spAutoFit/>
          </a:bodyPr>
          <a:lstStyle/>
          <a:p>
            <a:pPr indent="0" lvl="0" marL="0" marR="0" rtl="0" algn="ctr">
              <a:lnSpc>
                <a:spcPct val="102981"/>
              </a:lnSpc>
              <a:spcBef>
                <a:spcPts val="0"/>
              </a:spcBef>
              <a:spcAft>
                <a:spcPts val="0"/>
              </a:spcAft>
              <a:buNone/>
            </a:pPr>
            <a:r>
              <a:rPr b="1" i="0" lang="en-US" sz="2884" u="none" cap="none" strike="noStrike">
                <a:solidFill>
                  <a:srgbClr val="5666F8"/>
                </a:solidFill>
                <a:latin typeface="Ultra"/>
                <a:ea typeface="Ultra"/>
                <a:cs typeface="Ultra"/>
                <a:sym typeface="Ultra"/>
              </a:rPr>
              <a:t>05</a:t>
            </a:r>
            <a:endParaRPr/>
          </a:p>
        </p:txBody>
      </p:sp>
      <p:sp>
        <p:nvSpPr>
          <p:cNvPr id="299" name="Google Shape;299;p11"/>
          <p:cNvSpPr txBox="1"/>
          <p:nvPr/>
        </p:nvSpPr>
        <p:spPr>
          <a:xfrm>
            <a:off x="8980028" y="6440996"/>
            <a:ext cx="722176" cy="443272"/>
          </a:xfrm>
          <a:prstGeom prst="rect">
            <a:avLst/>
          </a:prstGeom>
          <a:noFill/>
          <a:ln>
            <a:noFill/>
          </a:ln>
        </p:spPr>
        <p:txBody>
          <a:bodyPr anchorCtr="0" anchor="t" bIns="0" lIns="0" spcFirstLastPara="1" rIns="0" wrap="square" tIns="0">
            <a:spAutoFit/>
          </a:bodyPr>
          <a:lstStyle/>
          <a:p>
            <a:pPr indent="0" lvl="0" marL="0" marR="0" rtl="0" algn="ctr">
              <a:lnSpc>
                <a:spcPct val="102981"/>
              </a:lnSpc>
              <a:spcBef>
                <a:spcPts val="0"/>
              </a:spcBef>
              <a:spcAft>
                <a:spcPts val="0"/>
              </a:spcAft>
              <a:buNone/>
            </a:pPr>
            <a:r>
              <a:rPr b="1" i="0" lang="en-US" sz="2884" u="none" cap="none" strike="noStrike">
                <a:solidFill>
                  <a:srgbClr val="5666F8"/>
                </a:solidFill>
                <a:latin typeface="Ultra"/>
                <a:ea typeface="Ultra"/>
                <a:cs typeface="Ultra"/>
                <a:sym typeface="Ultra"/>
              </a:rPr>
              <a:t>06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303" name="Shape 303"/>
        <p:cNvGrpSpPr/>
        <p:nvPr/>
      </p:nvGrpSpPr>
      <p:grpSpPr>
        <a:xfrm>
          <a:off x="0" y="0"/>
          <a:ext cx="0" cy="0"/>
          <a:chOff x="0" y="0"/>
          <a:chExt cx="0" cy="0"/>
        </a:xfrm>
      </p:grpSpPr>
      <p:sp>
        <p:nvSpPr>
          <p:cNvPr id="304" name="Google Shape;304;p12"/>
          <p:cNvSpPr/>
          <p:nvPr/>
        </p:nvSpPr>
        <p:spPr>
          <a:xfrm>
            <a:off x="7987705" y="0"/>
            <a:ext cx="10401374" cy="10401374"/>
          </a:xfrm>
          <a:custGeom>
            <a:rect b="b" l="l" r="r" t="t"/>
            <a:pathLst>
              <a:path extrusionOk="0" h="10401374" w="10401374">
                <a:moveTo>
                  <a:pt x="0" y="0"/>
                </a:moveTo>
                <a:lnTo>
                  <a:pt x="10401374" y="0"/>
                </a:lnTo>
                <a:lnTo>
                  <a:pt x="10401374" y="10401374"/>
                </a:lnTo>
                <a:lnTo>
                  <a:pt x="0" y="10401374"/>
                </a:lnTo>
                <a:lnTo>
                  <a:pt x="0" y="0"/>
                </a:lnTo>
                <a:close/>
              </a:path>
            </a:pathLst>
          </a:custGeom>
          <a:blipFill rotWithShape="1">
            <a:blip r:embed="rId3">
              <a:alphaModFix/>
            </a:blip>
            <a:stretch>
              <a:fillRect b="0" l="0" r="0" t="0"/>
            </a:stretch>
          </a:blipFill>
          <a:ln>
            <a:noFill/>
          </a:ln>
        </p:spPr>
      </p:sp>
      <p:sp>
        <p:nvSpPr>
          <p:cNvPr id="305" name="Google Shape;305;p12"/>
          <p:cNvSpPr/>
          <p:nvPr/>
        </p:nvSpPr>
        <p:spPr>
          <a:xfrm>
            <a:off x="-139536"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306" name="Google Shape;306;p12"/>
          <p:cNvSpPr/>
          <p:nvPr/>
        </p:nvSpPr>
        <p:spPr>
          <a:xfrm>
            <a:off x="-1214315" y="479227"/>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307" name="Google Shape;307;p12"/>
          <p:cNvSpPr/>
          <p:nvPr/>
        </p:nvSpPr>
        <p:spPr>
          <a:xfrm>
            <a:off x="-1000792" y="-422617"/>
            <a:ext cx="2362646" cy="1404701"/>
          </a:xfrm>
          <a:custGeom>
            <a:rect b="b" l="l" r="r" t="t"/>
            <a:pathLst>
              <a:path extrusionOk="0" h="1404701" w="2362646">
                <a:moveTo>
                  <a:pt x="0" y="0"/>
                </a:moveTo>
                <a:lnTo>
                  <a:pt x="2362647" y="0"/>
                </a:lnTo>
                <a:lnTo>
                  <a:pt x="2362647" y="1404701"/>
                </a:lnTo>
                <a:lnTo>
                  <a:pt x="0" y="1404701"/>
                </a:lnTo>
                <a:lnTo>
                  <a:pt x="0" y="0"/>
                </a:lnTo>
                <a:close/>
              </a:path>
            </a:pathLst>
          </a:custGeom>
          <a:blipFill rotWithShape="1">
            <a:blip r:embed="rId4">
              <a:alphaModFix/>
            </a:blip>
            <a:stretch>
              <a:fillRect b="0" l="0" r="0" t="0"/>
            </a:stretch>
          </a:blipFill>
          <a:ln>
            <a:noFill/>
          </a:ln>
        </p:spPr>
      </p:sp>
      <p:sp>
        <p:nvSpPr>
          <p:cNvPr id="308" name="Google Shape;308;p12"/>
          <p:cNvSpPr/>
          <p:nvPr/>
        </p:nvSpPr>
        <p:spPr>
          <a:xfrm flipH="1" rot="10800000">
            <a:off x="-139536" y="9177967"/>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4">
              <a:alphaModFix/>
            </a:blip>
            <a:stretch>
              <a:fillRect b="0" l="0" r="0" t="0"/>
            </a:stretch>
          </a:blipFill>
          <a:ln>
            <a:noFill/>
          </a:ln>
        </p:spPr>
      </p:sp>
      <p:sp>
        <p:nvSpPr>
          <p:cNvPr id="309" name="Google Shape;309;p12"/>
          <p:cNvSpPr/>
          <p:nvPr/>
        </p:nvSpPr>
        <p:spPr>
          <a:xfrm flipH="1" rot="10800000">
            <a:off x="-1000792" y="9238143"/>
            <a:ext cx="2362646" cy="1404701"/>
          </a:xfrm>
          <a:custGeom>
            <a:rect b="b" l="l" r="r" t="t"/>
            <a:pathLst>
              <a:path extrusionOk="0" h="1404701" w="2362646">
                <a:moveTo>
                  <a:pt x="0" y="1404701"/>
                </a:moveTo>
                <a:lnTo>
                  <a:pt x="2362647" y="1404701"/>
                </a:lnTo>
                <a:lnTo>
                  <a:pt x="2362647" y="0"/>
                </a:lnTo>
                <a:lnTo>
                  <a:pt x="0" y="0"/>
                </a:lnTo>
                <a:lnTo>
                  <a:pt x="0" y="1404701"/>
                </a:lnTo>
                <a:close/>
              </a:path>
            </a:pathLst>
          </a:custGeom>
          <a:blipFill rotWithShape="1">
            <a:blip r:embed="rId4">
              <a:alphaModFix/>
            </a:blip>
            <a:stretch>
              <a:fillRect b="0" l="0" r="0" t="0"/>
            </a:stretch>
          </a:blipFill>
          <a:ln>
            <a:noFill/>
          </a:ln>
        </p:spPr>
      </p:sp>
      <p:sp>
        <p:nvSpPr>
          <p:cNvPr id="310" name="Google Shape;310;p12"/>
          <p:cNvSpPr/>
          <p:nvPr/>
        </p:nvSpPr>
        <p:spPr>
          <a:xfrm>
            <a:off x="1618469" y="1747337"/>
            <a:ext cx="670403" cy="703667"/>
          </a:xfrm>
          <a:custGeom>
            <a:rect b="b" l="l" r="r" t="t"/>
            <a:pathLst>
              <a:path extrusionOk="0" h="703667" w="670403">
                <a:moveTo>
                  <a:pt x="0" y="0"/>
                </a:moveTo>
                <a:lnTo>
                  <a:pt x="670403" y="0"/>
                </a:lnTo>
                <a:lnTo>
                  <a:pt x="670403" y="703667"/>
                </a:lnTo>
                <a:lnTo>
                  <a:pt x="0" y="703667"/>
                </a:lnTo>
                <a:lnTo>
                  <a:pt x="0" y="0"/>
                </a:lnTo>
                <a:close/>
              </a:path>
            </a:pathLst>
          </a:custGeom>
          <a:blipFill rotWithShape="1">
            <a:blip r:embed="rId5">
              <a:alphaModFix/>
            </a:blip>
            <a:stretch>
              <a:fillRect b="0" l="0" r="0" t="0"/>
            </a:stretch>
          </a:blipFill>
          <a:ln>
            <a:noFill/>
          </a:ln>
        </p:spPr>
      </p:sp>
      <p:cxnSp>
        <p:nvCxnSpPr>
          <p:cNvPr id="311" name="Google Shape;311;p12"/>
          <p:cNvCxnSpPr/>
          <p:nvPr/>
        </p:nvCxnSpPr>
        <p:spPr>
          <a:xfrm>
            <a:off x="9331591" y="1028700"/>
            <a:ext cx="0" cy="8229600"/>
          </a:xfrm>
          <a:prstGeom prst="straightConnector1">
            <a:avLst/>
          </a:prstGeom>
          <a:noFill/>
          <a:ln cap="flat" cmpd="sng" w="38100">
            <a:solidFill>
              <a:srgbClr val="F0F2FD"/>
            </a:solidFill>
            <a:prstDash val="solid"/>
            <a:round/>
            <a:headEnd len="sm" w="sm" type="none"/>
            <a:tailEnd len="sm" w="sm" type="none"/>
          </a:ln>
        </p:spPr>
      </p:cxnSp>
      <p:grpSp>
        <p:nvGrpSpPr>
          <p:cNvPr id="312" name="Google Shape;312;p12"/>
          <p:cNvGrpSpPr/>
          <p:nvPr/>
        </p:nvGrpSpPr>
        <p:grpSpPr>
          <a:xfrm>
            <a:off x="8854074" y="1722230"/>
            <a:ext cx="955034" cy="955034"/>
            <a:chOff x="0" y="0"/>
            <a:chExt cx="812800" cy="812800"/>
          </a:xfrm>
        </p:grpSpPr>
        <p:sp>
          <p:nvSpPr>
            <p:cNvPr id="313" name="Google Shape;31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p12"/>
          <p:cNvGrpSpPr/>
          <p:nvPr/>
        </p:nvGrpSpPr>
        <p:grpSpPr>
          <a:xfrm>
            <a:off x="8854074" y="6132727"/>
            <a:ext cx="955034" cy="955034"/>
            <a:chOff x="0" y="0"/>
            <a:chExt cx="812800" cy="812800"/>
          </a:xfrm>
        </p:grpSpPr>
        <p:sp>
          <p:nvSpPr>
            <p:cNvPr id="316" name="Google Shape;316;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2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8" name="Google Shape;318;p12"/>
          <p:cNvSpPr txBox="1"/>
          <p:nvPr/>
        </p:nvSpPr>
        <p:spPr>
          <a:xfrm>
            <a:off x="702280" y="4170882"/>
            <a:ext cx="6131100" cy="22134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5099" u="none" cap="none" strike="noStrike">
                <a:solidFill>
                  <a:srgbClr val="15193E"/>
                </a:solidFill>
                <a:latin typeface="Ultra"/>
                <a:ea typeface="Ultra"/>
                <a:cs typeface="Ultra"/>
                <a:sym typeface="Ultra"/>
              </a:rPr>
              <a:t>COMPONENTES Y ARTEFACTOS DEL SISTEMA</a:t>
            </a:r>
            <a:endParaRPr sz="100"/>
          </a:p>
        </p:txBody>
      </p:sp>
      <p:sp>
        <p:nvSpPr>
          <p:cNvPr id="319" name="Google Shape;319;p12"/>
          <p:cNvSpPr txBox="1"/>
          <p:nvPr/>
        </p:nvSpPr>
        <p:spPr>
          <a:xfrm>
            <a:off x="10049836" y="1933396"/>
            <a:ext cx="7209464" cy="2733675"/>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None/>
            </a:pPr>
            <a:r>
              <a:rPr b="0" i="0" lang="en-US" sz="2999" u="none" cap="none" strike="noStrike">
                <a:solidFill>
                  <a:srgbClr val="F0F2FD"/>
                </a:solidFill>
                <a:latin typeface="Arial"/>
                <a:ea typeface="Arial"/>
                <a:cs typeface="Arial"/>
                <a:sym typeface="Arial"/>
              </a:rPr>
              <a:t>Sección de Noticias y Promociones</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Módulo de administración de contenido de noticias/campañas</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Editor de promociones y banners</a:t>
            </a:r>
            <a:endParaRPr/>
          </a:p>
          <a:p>
            <a:pPr indent="-323848" lvl="1" marL="647695" marR="0" rtl="0" algn="l">
              <a:lnSpc>
                <a:spcPct val="120006"/>
              </a:lnSpc>
              <a:spcBef>
                <a:spcPts val="0"/>
              </a:spcBef>
              <a:spcAft>
                <a:spcPts val="0"/>
              </a:spcAft>
              <a:buClr>
                <a:srgbClr val="F0F2FD"/>
              </a:buClr>
              <a:buSzPts val="2999"/>
              <a:buFont typeface="Arial"/>
              <a:buChar char="•"/>
            </a:pPr>
            <a:r>
              <a:rPr b="0" i="0" lang="en-US" sz="2999" u="none" cap="none" strike="noStrike">
                <a:solidFill>
                  <a:srgbClr val="F0F2FD"/>
                </a:solidFill>
                <a:latin typeface="Arial"/>
                <a:ea typeface="Arial"/>
                <a:cs typeface="Arial"/>
                <a:sym typeface="Arial"/>
              </a:rPr>
              <a:t>Página visible para clientes con novedades y ofertas</a:t>
            </a:r>
            <a:endParaRPr/>
          </a:p>
        </p:txBody>
      </p:sp>
      <p:sp>
        <p:nvSpPr>
          <p:cNvPr id="320" name="Google Shape;320;p12"/>
          <p:cNvSpPr txBox="1"/>
          <p:nvPr/>
        </p:nvSpPr>
        <p:spPr>
          <a:xfrm>
            <a:off x="10049836" y="6229424"/>
            <a:ext cx="7209464" cy="28003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000" u="none" cap="none" strike="noStrike">
                <a:solidFill>
                  <a:srgbClr val="F0F2FD"/>
                </a:solidFill>
                <a:latin typeface="Arial"/>
                <a:ea typeface="Arial"/>
                <a:cs typeface="Arial"/>
                <a:sym typeface="Arial"/>
              </a:rPr>
              <a:t>Reportes y Análisis</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Generador de reportes mensuales (ventas, stock, productos destacados)</a:t>
            </a:r>
            <a:endParaRPr/>
          </a:p>
          <a:p>
            <a:pPr indent="-323850" lvl="1" marL="647700" marR="0" rtl="0" algn="l">
              <a:lnSpc>
                <a:spcPct val="120000"/>
              </a:lnSpc>
              <a:spcBef>
                <a:spcPts val="0"/>
              </a:spcBef>
              <a:spcAft>
                <a:spcPts val="0"/>
              </a:spcAft>
              <a:buClr>
                <a:srgbClr val="F0F2FD"/>
              </a:buClr>
              <a:buSzPts val="3000"/>
              <a:buFont typeface="Arial"/>
              <a:buChar char="•"/>
            </a:pPr>
            <a:r>
              <a:rPr b="0" i="0" lang="en-US" sz="3000" u="none" cap="none" strike="noStrike">
                <a:solidFill>
                  <a:srgbClr val="F0F2FD"/>
                </a:solidFill>
                <a:latin typeface="Arial"/>
                <a:ea typeface="Arial"/>
                <a:cs typeface="Arial"/>
                <a:sym typeface="Arial"/>
              </a:rPr>
              <a:t>Dashboard de estadísticas para administración</a:t>
            </a:r>
            <a:endParaRPr/>
          </a:p>
        </p:txBody>
      </p:sp>
      <p:sp>
        <p:nvSpPr>
          <p:cNvPr id="321" name="Google Shape;321;p12"/>
          <p:cNvSpPr txBox="1"/>
          <p:nvPr/>
        </p:nvSpPr>
        <p:spPr>
          <a:xfrm>
            <a:off x="8970503" y="2030498"/>
            <a:ext cx="722176" cy="443272"/>
          </a:xfrm>
          <a:prstGeom prst="rect">
            <a:avLst/>
          </a:prstGeom>
          <a:noFill/>
          <a:ln>
            <a:noFill/>
          </a:ln>
        </p:spPr>
        <p:txBody>
          <a:bodyPr anchorCtr="0" anchor="t" bIns="0" lIns="0" spcFirstLastPara="1" rIns="0" wrap="square" tIns="0">
            <a:spAutoFit/>
          </a:bodyPr>
          <a:lstStyle/>
          <a:p>
            <a:pPr indent="0" lvl="0" marL="0" marR="0" rtl="0" algn="ctr">
              <a:lnSpc>
                <a:spcPct val="102981"/>
              </a:lnSpc>
              <a:spcBef>
                <a:spcPts val="0"/>
              </a:spcBef>
              <a:spcAft>
                <a:spcPts val="0"/>
              </a:spcAft>
              <a:buNone/>
            </a:pPr>
            <a:r>
              <a:rPr b="1" i="0" lang="en-US" sz="2884" u="none" cap="none" strike="noStrike">
                <a:solidFill>
                  <a:srgbClr val="5666F8"/>
                </a:solidFill>
                <a:latin typeface="Ultra"/>
                <a:ea typeface="Ultra"/>
                <a:cs typeface="Ultra"/>
                <a:sym typeface="Ultra"/>
              </a:rPr>
              <a:t>07</a:t>
            </a:r>
            <a:endParaRPr/>
          </a:p>
        </p:txBody>
      </p:sp>
      <p:sp>
        <p:nvSpPr>
          <p:cNvPr id="322" name="Google Shape;322;p12"/>
          <p:cNvSpPr txBox="1"/>
          <p:nvPr/>
        </p:nvSpPr>
        <p:spPr>
          <a:xfrm>
            <a:off x="8980028" y="6440996"/>
            <a:ext cx="722176" cy="443272"/>
          </a:xfrm>
          <a:prstGeom prst="rect">
            <a:avLst/>
          </a:prstGeom>
          <a:noFill/>
          <a:ln>
            <a:noFill/>
          </a:ln>
        </p:spPr>
        <p:txBody>
          <a:bodyPr anchorCtr="0" anchor="t" bIns="0" lIns="0" spcFirstLastPara="1" rIns="0" wrap="square" tIns="0">
            <a:spAutoFit/>
          </a:bodyPr>
          <a:lstStyle/>
          <a:p>
            <a:pPr indent="0" lvl="0" marL="0" marR="0" rtl="0" algn="ctr">
              <a:lnSpc>
                <a:spcPct val="102981"/>
              </a:lnSpc>
              <a:spcBef>
                <a:spcPts val="0"/>
              </a:spcBef>
              <a:spcAft>
                <a:spcPts val="0"/>
              </a:spcAft>
              <a:buNone/>
            </a:pPr>
            <a:r>
              <a:rPr b="1" i="0" lang="en-US" sz="2884" u="none" cap="none" strike="noStrike">
                <a:solidFill>
                  <a:srgbClr val="5666F8"/>
                </a:solidFill>
                <a:latin typeface="Ultra"/>
                <a:ea typeface="Ultra"/>
                <a:cs typeface="Ultra"/>
                <a:sym typeface="Ultra"/>
              </a:rPr>
              <a:t>08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326" name="Shape 326"/>
        <p:cNvGrpSpPr/>
        <p:nvPr/>
      </p:nvGrpSpPr>
      <p:grpSpPr>
        <a:xfrm>
          <a:off x="0" y="0"/>
          <a:ext cx="0" cy="0"/>
          <a:chOff x="0" y="0"/>
          <a:chExt cx="0" cy="0"/>
        </a:xfrm>
      </p:grpSpPr>
      <p:sp>
        <p:nvSpPr>
          <p:cNvPr id="327" name="Google Shape;327;p13"/>
          <p:cNvSpPr/>
          <p:nvPr/>
        </p:nvSpPr>
        <p:spPr>
          <a:xfrm>
            <a:off x="-1734216" y="0"/>
            <a:ext cx="8229600" cy="10287000"/>
          </a:xfrm>
          <a:custGeom>
            <a:rect b="b" l="l" r="r" t="t"/>
            <a:pathLst>
              <a:path extrusionOk="0" h="10287000" w="8229600">
                <a:moveTo>
                  <a:pt x="0" y="0"/>
                </a:moveTo>
                <a:lnTo>
                  <a:pt x="8229600" y="0"/>
                </a:lnTo>
                <a:lnTo>
                  <a:pt x="8229600" y="10287000"/>
                </a:lnTo>
                <a:lnTo>
                  <a:pt x="0" y="10287000"/>
                </a:lnTo>
                <a:lnTo>
                  <a:pt x="0" y="0"/>
                </a:lnTo>
                <a:close/>
              </a:path>
            </a:pathLst>
          </a:custGeom>
          <a:blipFill rotWithShape="1">
            <a:blip r:embed="rId3">
              <a:alphaModFix/>
            </a:blip>
            <a:stretch>
              <a:fillRect b="0" l="-43804" r="-43802" t="0"/>
            </a:stretch>
          </a:blipFill>
          <a:ln>
            <a:noFill/>
          </a:ln>
        </p:spPr>
      </p:sp>
      <p:grpSp>
        <p:nvGrpSpPr>
          <p:cNvPr id="328" name="Google Shape;328;p13"/>
          <p:cNvGrpSpPr/>
          <p:nvPr/>
        </p:nvGrpSpPr>
        <p:grpSpPr>
          <a:xfrm>
            <a:off x="6813785" y="2422008"/>
            <a:ext cx="11140363" cy="7263902"/>
            <a:chOff x="0" y="-38100"/>
            <a:chExt cx="3320535" cy="2165104"/>
          </a:xfrm>
        </p:grpSpPr>
        <p:sp>
          <p:nvSpPr>
            <p:cNvPr id="329" name="Google Shape;329;p13"/>
            <p:cNvSpPr/>
            <p:nvPr/>
          </p:nvSpPr>
          <p:spPr>
            <a:xfrm>
              <a:off x="0" y="0"/>
              <a:ext cx="3320535" cy="2127004"/>
            </a:xfrm>
            <a:custGeom>
              <a:rect b="b" l="l" r="r" t="t"/>
              <a:pathLst>
                <a:path extrusionOk="0" h="2127004" w="3320535">
                  <a:moveTo>
                    <a:pt x="15289" y="0"/>
                  </a:moveTo>
                  <a:lnTo>
                    <a:pt x="3305247" y="0"/>
                  </a:lnTo>
                  <a:cubicBezTo>
                    <a:pt x="3309301" y="0"/>
                    <a:pt x="3313190" y="1611"/>
                    <a:pt x="3316057" y="4478"/>
                  </a:cubicBezTo>
                  <a:cubicBezTo>
                    <a:pt x="3318925" y="7345"/>
                    <a:pt x="3320535" y="11234"/>
                    <a:pt x="3320535" y="15289"/>
                  </a:cubicBezTo>
                  <a:lnTo>
                    <a:pt x="3320535" y="2111715"/>
                  </a:lnTo>
                  <a:cubicBezTo>
                    <a:pt x="3320535" y="2120159"/>
                    <a:pt x="3313690" y="2127004"/>
                    <a:pt x="3305247" y="2127004"/>
                  </a:cubicBezTo>
                  <a:lnTo>
                    <a:pt x="15289" y="2127004"/>
                  </a:lnTo>
                  <a:cubicBezTo>
                    <a:pt x="6845" y="2127004"/>
                    <a:pt x="0" y="2120159"/>
                    <a:pt x="0" y="2111715"/>
                  </a:cubicBezTo>
                  <a:lnTo>
                    <a:pt x="0" y="15289"/>
                  </a:lnTo>
                  <a:cubicBezTo>
                    <a:pt x="0" y="6845"/>
                    <a:pt x="6845" y="0"/>
                    <a:pt x="15289" y="0"/>
                  </a:cubicBezTo>
                  <a:close/>
                </a:path>
              </a:pathLst>
            </a:custGeom>
            <a:solidFill>
              <a:srgbClr val="566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3"/>
            <p:cNvSpPr txBox="1"/>
            <p:nvPr/>
          </p:nvSpPr>
          <p:spPr>
            <a:xfrm>
              <a:off x="0" y="-38100"/>
              <a:ext cx="3320535" cy="216510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1" name="Google Shape;331;p13"/>
          <p:cNvSpPr/>
          <p:nvPr/>
        </p:nvSpPr>
        <p:spPr>
          <a:xfrm flipH="1">
            <a:off x="15682795" y="-549566"/>
            <a:ext cx="2789693" cy="1658599"/>
          </a:xfrm>
          <a:custGeom>
            <a:rect b="b" l="l" r="r" t="t"/>
            <a:pathLst>
              <a:path extrusionOk="0" h="1658599" w="2789693">
                <a:moveTo>
                  <a:pt x="2789692" y="0"/>
                </a:moveTo>
                <a:lnTo>
                  <a:pt x="0" y="0"/>
                </a:lnTo>
                <a:lnTo>
                  <a:pt x="0" y="1658599"/>
                </a:lnTo>
                <a:lnTo>
                  <a:pt x="2789692" y="1658599"/>
                </a:lnTo>
                <a:lnTo>
                  <a:pt x="2789692" y="0"/>
                </a:lnTo>
                <a:close/>
              </a:path>
            </a:pathLst>
          </a:custGeom>
          <a:blipFill rotWithShape="1">
            <a:blip r:embed="rId4">
              <a:alphaModFix/>
            </a:blip>
            <a:stretch>
              <a:fillRect b="0" l="0" r="0" t="0"/>
            </a:stretch>
          </a:blipFill>
          <a:ln>
            <a:noFill/>
          </a:ln>
        </p:spPr>
      </p:sp>
      <p:sp>
        <p:nvSpPr>
          <p:cNvPr id="332" name="Google Shape;332;p13"/>
          <p:cNvSpPr/>
          <p:nvPr/>
        </p:nvSpPr>
        <p:spPr>
          <a:xfrm flipH="1">
            <a:off x="16559302" y="451930"/>
            <a:ext cx="2789693" cy="1658599"/>
          </a:xfrm>
          <a:custGeom>
            <a:rect b="b" l="l" r="r" t="t"/>
            <a:pathLst>
              <a:path extrusionOk="0" h="1658599" w="2789693">
                <a:moveTo>
                  <a:pt x="2789692" y="0"/>
                </a:moveTo>
                <a:lnTo>
                  <a:pt x="0" y="0"/>
                </a:lnTo>
                <a:lnTo>
                  <a:pt x="0" y="1658600"/>
                </a:lnTo>
                <a:lnTo>
                  <a:pt x="2789692" y="1658600"/>
                </a:lnTo>
                <a:lnTo>
                  <a:pt x="2789692" y="0"/>
                </a:lnTo>
                <a:close/>
              </a:path>
            </a:pathLst>
          </a:custGeom>
          <a:blipFill rotWithShape="1">
            <a:blip r:embed="rId4">
              <a:alphaModFix/>
            </a:blip>
            <a:stretch>
              <a:fillRect b="0" l="0" r="0" t="0"/>
            </a:stretch>
          </a:blipFill>
          <a:ln>
            <a:noFill/>
          </a:ln>
        </p:spPr>
      </p:sp>
      <p:sp>
        <p:nvSpPr>
          <p:cNvPr id="333" name="Google Shape;333;p13"/>
          <p:cNvSpPr/>
          <p:nvPr/>
        </p:nvSpPr>
        <p:spPr>
          <a:xfrm flipH="1">
            <a:off x="16772825" y="-422617"/>
            <a:ext cx="2362646" cy="1404701"/>
          </a:xfrm>
          <a:custGeom>
            <a:rect b="b" l="l" r="r" t="t"/>
            <a:pathLst>
              <a:path extrusionOk="0" h="1404701" w="2362646">
                <a:moveTo>
                  <a:pt x="2362646" y="0"/>
                </a:moveTo>
                <a:lnTo>
                  <a:pt x="0" y="0"/>
                </a:lnTo>
                <a:lnTo>
                  <a:pt x="0" y="1404701"/>
                </a:lnTo>
                <a:lnTo>
                  <a:pt x="2362646" y="1404701"/>
                </a:lnTo>
                <a:lnTo>
                  <a:pt x="2362646" y="0"/>
                </a:lnTo>
                <a:close/>
              </a:path>
            </a:pathLst>
          </a:custGeom>
          <a:blipFill rotWithShape="1">
            <a:blip r:embed="rId4">
              <a:alphaModFix/>
            </a:blip>
            <a:stretch>
              <a:fillRect b="0" l="0" r="0" t="0"/>
            </a:stretch>
          </a:blipFill>
          <a:ln>
            <a:noFill/>
          </a:ln>
        </p:spPr>
      </p:sp>
      <p:sp>
        <p:nvSpPr>
          <p:cNvPr id="334" name="Google Shape;334;p13"/>
          <p:cNvSpPr/>
          <p:nvPr/>
        </p:nvSpPr>
        <p:spPr>
          <a:xfrm rot="10800000">
            <a:off x="15682795" y="9177967"/>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4">
              <a:alphaModFix/>
            </a:blip>
            <a:stretch>
              <a:fillRect b="0" l="0" r="0" t="0"/>
            </a:stretch>
          </a:blipFill>
          <a:ln>
            <a:noFill/>
          </a:ln>
        </p:spPr>
      </p:sp>
      <p:sp>
        <p:nvSpPr>
          <p:cNvPr id="335" name="Google Shape;335;p13"/>
          <p:cNvSpPr/>
          <p:nvPr/>
        </p:nvSpPr>
        <p:spPr>
          <a:xfrm rot="10800000">
            <a:off x="16559302" y="8234368"/>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4">
              <a:alphaModFix/>
            </a:blip>
            <a:stretch>
              <a:fillRect b="0" l="0" r="0" t="0"/>
            </a:stretch>
          </a:blipFill>
          <a:ln>
            <a:noFill/>
          </a:ln>
        </p:spPr>
      </p:sp>
      <p:sp>
        <p:nvSpPr>
          <p:cNvPr id="336" name="Google Shape;336;p13"/>
          <p:cNvSpPr/>
          <p:nvPr/>
        </p:nvSpPr>
        <p:spPr>
          <a:xfrm rot="10800000">
            <a:off x="16772825" y="9238143"/>
            <a:ext cx="2362646" cy="1404701"/>
          </a:xfrm>
          <a:custGeom>
            <a:rect b="b" l="l" r="r" t="t"/>
            <a:pathLst>
              <a:path extrusionOk="0" h="1404701" w="2362646">
                <a:moveTo>
                  <a:pt x="2362646" y="1404701"/>
                </a:moveTo>
                <a:lnTo>
                  <a:pt x="0" y="1404701"/>
                </a:lnTo>
                <a:lnTo>
                  <a:pt x="0" y="0"/>
                </a:lnTo>
                <a:lnTo>
                  <a:pt x="2362646" y="0"/>
                </a:lnTo>
                <a:lnTo>
                  <a:pt x="2362646" y="1404701"/>
                </a:lnTo>
                <a:close/>
              </a:path>
            </a:pathLst>
          </a:custGeom>
          <a:blipFill rotWithShape="1">
            <a:blip r:embed="rId4">
              <a:alphaModFix/>
            </a:blip>
            <a:stretch>
              <a:fillRect b="0" l="0" r="0" t="0"/>
            </a:stretch>
          </a:blipFill>
          <a:ln>
            <a:noFill/>
          </a:ln>
        </p:spPr>
      </p:sp>
      <p:sp>
        <p:nvSpPr>
          <p:cNvPr id="337" name="Google Shape;337;p13"/>
          <p:cNvSpPr txBox="1"/>
          <p:nvPr/>
        </p:nvSpPr>
        <p:spPr>
          <a:xfrm>
            <a:off x="6928270" y="254755"/>
            <a:ext cx="9411600" cy="8391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5799" u="none" cap="none" strike="noStrike">
                <a:solidFill>
                  <a:srgbClr val="15193E"/>
                </a:solidFill>
                <a:latin typeface="Ultra"/>
                <a:ea typeface="Ultra"/>
                <a:cs typeface="Ultra"/>
                <a:sym typeface="Ultra"/>
              </a:rPr>
              <a:t>PRODUCT BACKLOG</a:t>
            </a:r>
            <a:endParaRPr sz="800"/>
          </a:p>
        </p:txBody>
      </p:sp>
      <p:sp>
        <p:nvSpPr>
          <p:cNvPr id="338" name="Google Shape;338;p13"/>
          <p:cNvSpPr txBox="1"/>
          <p:nvPr/>
        </p:nvSpPr>
        <p:spPr>
          <a:xfrm>
            <a:off x="6973269" y="1338380"/>
            <a:ext cx="11499300" cy="7668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5299" u="none" cap="none" strike="noStrike">
                <a:solidFill>
                  <a:srgbClr val="FFB02C"/>
                </a:solidFill>
                <a:latin typeface="Ultra"/>
                <a:ea typeface="Ultra"/>
                <a:cs typeface="Ultra"/>
                <a:sym typeface="Ultra"/>
              </a:rPr>
              <a:t>PRIORIZADO EN ROADMAP</a:t>
            </a:r>
            <a:endParaRPr sz="300"/>
          </a:p>
        </p:txBody>
      </p:sp>
      <p:sp>
        <p:nvSpPr>
          <p:cNvPr id="339" name="Google Shape;339;p13"/>
          <p:cNvSpPr txBox="1"/>
          <p:nvPr/>
        </p:nvSpPr>
        <p:spPr>
          <a:xfrm>
            <a:off x="6634170" y="3198929"/>
            <a:ext cx="11499600" cy="6835200"/>
          </a:xfrm>
          <a:prstGeom prst="rect">
            <a:avLst/>
          </a:prstGeom>
          <a:noFill/>
          <a:ln>
            <a:noFill/>
          </a:ln>
        </p:spPr>
        <p:txBody>
          <a:bodyPr anchorCtr="0" anchor="t" bIns="0" lIns="0" spcFirstLastPara="1" rIns="0" wrap="square" tIns="0">
            <a:spAutoFit/>
          </a:bodyPr>
          <a:lstStyle/>
          <a:p>
            <a:pPr indent="-373237" lvl="1" marL="873474" marR="0" rtl="0" algn="l">
              <a:lnSpc>
                <a:spcPct val="117008"/>
              </a:lnSpc>
              <a:spcBef>
                <a:spcPts val="0"/>
              </a:spcBef>
              <a:spcAft>
                <a:spcPts val="0"/>
              </a:spcAft>
              <a:buClr>
                <a:srgbClr val="F0F2FD"/>
              </a:buClr>
              <a:buSzPts val="3045"/>
              <a:buFont typeface="Arial"/>
              <a:buChar char="•"/>
            </a:pPr>
            <a:r>
              <a:rPr b="1" i="0" lang="en-US" sz="3045" u="none" cap="none" strike="noStrike">
                <a:solidFill>
                  <a:srgbClr val="F0F2FD"/>
                </a:solidFill>
                <a:latin typeface="Ultra"/>
                <a:ea typeface="Ultra"/>
                <a:cs typeface="Ultra"/>
                <a:sym typeface="Ultra"/>
              </a:rPr>
              <a:t>FASE 1: FUNCIONALIDADES BÁSICAS</a:t>
            </a:r>
            <a:endParaRPr sz="400"/>
          </a:p>
          <a:p>
            <a:pPr indent="0" lvl="0" marL="0" marR="0" rtl="0" algn="l">
              <a:lnSpc>
                <a:spcPct val="117008"/>
              </a:lnSpc>
              <a:spcBef>
                <a:spcPts val="0"/>
              </a:spcBef>
              <a:spcAft>
                <a:spcPts val="0"/>
              </a:spcAft>
              <a:buNone/>
            </a:pPr>
            <a:r>
              <a:t/>
            </a:r>
            <a:endParaRPr b="1" i="0" sz="3045" u="none" cap="none" strike="noStrike">
              <a:solidFill>
                <a:srgbClr val="F0F2FD"/>
              </a:solidFill>
              <a:latin typeface="Ultra"/>
              <a:ea typeface="Ultra"/>
              <a:cs typeface="Ultra"/>
              <a:sym typeface="Ultra"/>
            </a:endParaRPr>
          </a:p>
          <a:p>
            <a:pPr indent="-373237" lvl="1" marL="873474" marR="0" rtl="0" algn="l">
              <a:lnSpc>
                <a:spcPct val="117008"/>
              </a:lnSpc>
              <a:spcBef>
                <a:spcPts val="0"/>
              </a:spcBef>
              <a:spcAft>
                <a:spcPts val="0"/>
              </a:spcAft>
              <a:buClr>
                <a:srgbClr val="F0F2FD"/>
              </a:buClr>
              <a:buSzPts val="3045"/>
              <a:buFont typeface="Arial"/>
              <a:buChar char="•"/>
            </a:pPr>
            <a:r>
              <a:rPr b="1" i="0" lang="en-US" sz="3045" u="none" cap="none" strike="noStrike">
                <a:solidFill>
                  <a:srgbClr val="F0F2FD"/>
                </a:solidFill>
                <a:latin typeface="Ultra"/>
                <a:ea typeface="Ultra"/>
                <a:cs typeface="Ultra"/>
                <a:sym typeface="Ultra"/>
              </a:rPr>
              <a:t>FASE 2: COMPRA Y PAGO</a:t>
            </a:r>
            <a:endParaRPr sz="400"/>
          </a:p>
          <a:p>
            <a:pPr indent="0" lvl="0" marL="0" marR="0" rtl="0" algn="l">
              <a:lnSpc>
                <a:spcPct val="117008"/>
              </a:lnSpc>
              <a:spcBef>
                <a:spcPts val="0"/>
              </a:spcBef>
              <a:spcAft>
                <a:spcPts val="0"/>
              </a:spcAft>
              <a:buNone/>
            </a:pPr>
            <a:r>
              <a:t/>
            </a:r>
            <a:endParaRPr b="1" i="0" sz="3045" u="none" cap="none" strike="noStrike">
              <a:solidFill>
                <a:srgbClr val="F0F2FD"/>
              </a:solidFill>
              <a:latin typeface="Ultra"/>
              <a:ea typeface="Ultra"/>
              <a:cs typeface="Ultra"/>
              <a:sym typeface="Ultra"/>
            </a:endParaRPr>
          </a:p>
          <a:p>
            <a:pPr indent="-373237" lvl="1" marL="873474" marR="0" rtl="0" algn="l">
              <a:lnSpc>
                <a:spcPct val="117008"/>
              </a:lnSpc>
              <a:spcBef>
                <a:spcPts val="0"/>
              </a:spcBef>
              <a:spcAft>
                <a:spcPts val="0"/>
              </a:spcAft>
              <a:buClr>
                <a:srgbClr val="F0F2FD"/>
              </a:buClr>
              <a:buSzPts val="3045"/>
              <a:buFont typeface="Arial"/>
              <a:buChar char="•"/>
            </a:pPr>
            <a:r>
              <a:rPr b="1" i="0" lang="en-US" sz="3045" u="none" cap="none" strike="noStrike">
                <a:solidFill>
                  <a:srgbClr val="F0F2FD"/>
                </a:solidFill>
                <a:latin typeface="Ultra"/>
                <a:ea typeface="Ultra"/>
                <a:cs typeface="Ultra"/>
                <a:sym typeface="Ultra"/>
              </a:rPr>
              <a:t>FASE 3: EXPERIENCIA CLIENTE Y ADMINISTRACIÓN</a:t>
            </a:r>
            <a:endParaRPr sz="400"/>
          </a:p>
          <a:p>
            <a:pPr indent="0" lvl="0" marL="0" marR="0" rtl="0" algn="l">
              <a:lnSpc>
                <a:spcPct val="117008"/>
              </a:lnSpc>
              <a:spcBef>
                <a:spcPts val="0"/>
              </a:spcBef>
              <a:spcAft>
                <a:spcPts val="0"/>
              </a:spcAft>
              <a:buNone/>
            </a:pPr>
            <a:r>
              <a:t/>
            </a:r>
            <a:endParaRPr b="1" i="0" sz="3045" u="none" cap="none" strike="noStrike">
              <a:solidFill>
                <a:srgbClr val="F0F2FD"/>
              </a:solidFill>
              <a:latin typeface="Ultra"/>
              <a:ea typeface="Ultra"/>
              <a:cs typeface="Ultra"/>
              <a:sym typeface="Ultra"/>
            </a:endParaRPr>
          </a:p>
          <a:p>
            <a:pPr indent="-373237" lvl="1" marL="873474" marR="0" rtl="0" algn="l">
              <a:lnSpc>
                <a:spcPct val="117008"/>
              </a:lnSpc>
              <a:spcBef>
                <a:spcPts val="0"/>
              </a:spcBef>
              <a:spcAft>
                <a:spcPts val="0"/>
              </a:spcAft>
              <a:buClr>
                <a:srgbClr val="F0F2FD"/>
              </a:buClr>
              <a:buSzPts val="3045"/>
              <a:buFont typeface="Arial"/>
              <a:buChar char="•"/>
            </a:pPr>
            <a:r>
              <a:rPr b="1" i="0" lang="en-US" sz="3045" u="none" cap="none" strike="noStrike">
                <a:solidFill>
                  <a:srgbClr val="F0F2FD"/>
                </a:solidFill>
                <a:latin typeface="Ultra"/>
                <a:ea typeface="Ultra"/>
                <a:cs typeface="Ultra"/>
                <a:sym typeface="Ultra"/>
              </a:rPr>
              <a:t>FASE 4: SECCIÓN DE PROMOCIONES Y ESCALABILIDAD</a:t>
            </a:r>
            <a:endParaRPr sz="400"/>
          </a:p>
          <a:p>
            <a:pPr indent="0" lvl="0" marL="0" marR="0" rtl="0" algn="l">
              <a:lnSpc>
                <a:spcPct val="117008"/>
              </a:lnSpc>
              <a:spcBef>
                <a:spcPts val="0"/>
              </a:spcBef>
              <a:spcAft>
                <a:spcPts val="0"/>
              </a:spcAft>
              <a:buNone/>
            </a:pPr>
            <a:r>
              <a:t/>
            </a:r>
            <a:endParaRPr b="1" i="0" sz="3545" u="none" cap="none" strike="noStrike">
              <a:solidFill>
                <a:srgbClr val="F0F2FD"/>
              </a:solidFill>
              <a:latin typeface="Ultra"/>
              <a:ea typeface="Ultra"/>
              <a:cs typeface="Ultra"/>
              <a:sym typeface="Ultra"/>
            </a:endParaRPr>
          </a:p>
          <a:p>
            <a:pPr indent="-404987" lvl="1" marL="873474" marR="0" rtl="0" algn="l">
              <a:lnSpc>
                <a:spcPct val="117008"/>
              </a:lnSpc>
              <a:spcBef>
                <a:spcPts val="0"/>
              </a:spcBef>
              <a:spcAft>
                <a:spcPts val="0"/>
              </a:spcAft>
              <a:buClr>
                <a:srgbClr val="F0F2FD"/>
              </a:buClr>
              <a:buSzPts val="3545"/>
              <a:buFont typeface="Arial"/>
              <a:buChar char="•"/>
            </a:pPr>
            <a:r>
              <a:rPr b="1" i="0" lang="en-US" sz="3545" u="none" cap="none" strike="noStrike">
                <a:solidFill>
                  <a:srgbClr val="F0F2FD"/>
                </a:solidFill>
                <a:latin typeface="Ultra"/>
                <a:ea typeface="Ultra"/>
                <a:cs typeface="Ultra"/>
                <a:sym typeface="Ultra"/>
              </a:rPr>
              <a:t>FASE 5: CIERRE Y SOPORTE</a:t>
            </a:r>
            <a:endParaRPr sz="900"/>
          </a:p>
          <a:p>
            <a:pPr indent="0" lvl="0" marL="0" marR="0" rtl="0" algn="l">
              <a:lnSpc>
                <a:spcPct val="117008"/>
              </a:lnSpc>
              <a:spcBef>
                <a:spcPts val="0"/>
              </a:spcBef>
              <a:spcAft>
                <a:spcPts val="0"/>
              </a:spcAft>
              <a:buNone/>
            </a:pPr>
            <a:r>
              <a:t/>
            </a:r>
            <a:endParaRPr b="1" i="0" sz="4045" u="none" cap="none" strike="noStrike">
              <a:solidFill>
                <a:srgbClr val="F0F2FD"/>
              </a:solidFill>
              <a:latin typeface="Ultra"/>
              <a:ea typeface="Ultra"/>
              <a:cs typeface="Ultra"/>
              <a:sym typeface="Ult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343" name="Shape 343"/>
        <p:cNvGrpSpPr/>
        <p:nvPr/>
      </p:nvGrpSpPr>
      <p:grpSpPr>
        <a:xfrm>
          <a:off x="0" y="0"/>
          <a:ext cx="0" cy="0"/>
          <a:chOff x="0" y="0"/>
          <a:chExt cx="0" cy="0"/>
        </a:xfrm>
      </p:grpSpPr>
      <p:sp>
        <p:nvSpPr>
          <p:cNvPr id="344" name="Google Shape;344;p14"/>
          <p:cNvSpPr/>
          <p:nvPr/>
        </p:nvSpPr>
        <p:spPr>
          <a:xfrm>
            <a:off x="-1734216" y="0"/>
            <a:ext cx="8229600" cy="10287000"/>
          </a:xfrm>
          <a:custGeom>
            <a:rect b="b" l="l" r="r" t="t"/>
            <a:pathLst>
              <a:path extrusionOk="0" h="10287000" w="8229600">
                <a:moveTo>
                  <a:pt x="0" y="0"/>
                </a:moveTo>
                <a:lnTo>
                  <a:pt x="8229600" y="0"/>
                </a:lnTo>
                <a:lnTo>
                  <a:pt x="8229600" y="10287000"/>
                </a:lnTo>
                <a:lnTo>
                  <a:pt x="0" y="10287000"/>
                </a:lnTo>
                <a:lnTo>
                  <a:pt x="0" y="0"/>
                </a:lnTo>
                <a:close/>
              </a:path>
            </a:pathLst>
          </a:custGeom>
          <a:blipFill rotWithShape="1">
            <a:blip r:embed="rId3">
              <a:alphaModFix/>
            </a:blip>
            <a:stretch>
              <a:fillRect b="0" l="-43804" r="-43802" t="0"/>
            </a:stretch>
          </a:blipFill>
          <a:ln>
            <a:noFill/>
          </a:ln>
        </p:spPr>
      </p:sp>
      <p:grpSp>
        <p:nvGrpSpPr>
          <p:cNvPr id="345" name="Google Shape;345;p14"/>
          <p:cNvGrpSpPr/>
          <p:nvPr/>
        </p:nvGrpSpPr>
        <p:grpSpPr>
          <a:xfrm>
            <a:off x="6813785" y="2422017"/>
            <a:ext cx="11140363" cy="4060793"/>
            <a:chOff x="0" y="-38100"/>
            <a:chExt cx="3320535" cy="1210374"/>
          </a:xfrm>
        </p:grpSpPr>
        <p:sp>
          <p:nvSpPr>
            <p:cNvPr id="346" name="Google Shape;346;p14"/>
            <p:cNvSpPr/>
            <p:nvPr/>
          </p:nvSpPr>
          <p:spPr>
            <a:xfrm>
              <a:off x="0" y="0"/>
              <a:ext cx="3320535" cy="1172274"/>
            </a:xfrm>
            <a:custGeom>
              <a:rect b="b" l="l" r="r" t="t"/>
              <a:pathLst>
                <a:path extrusionOk="0" h="1172274" w="3320535">
                  <a:moveTo>
                    <a:pt x="15289" y="0"/>
                  </a:moveTo>
                  <a:lnTo>
                    <a:pt x="3305247" y="0"/>
                  </a:lnTo>
                  <a:cubicBezTo>
                    <a:pt x="3309301" y="0"/>
                    <a:pt x="3313190" y="1611"/>
                    <a:pt x="3316057" y="4478"/>
                  </a:cubicBezTo>
                  <a:cubicBezTo>
                    <a:pt x="3318925" y="7345"/>
                    <a:pt x="3320535" y="11234"/>
                    <a:pt x="3320535" y="15289"/>
                  </a:cubicBezTo>
                  <a:lnTo>
                    <a:pt x="3320535" y="1156985"/>
                  </a:lnTo>
                  <a:cubicBezTo>
                    <a:pt x="3320535" y="1165429"/>
                    <a:pt x="3313690" y="1172274"/>
                    <a:pt x="3305247" y="1172274"/>
                  </a:cubicBezTo>
                  <a:lnTo>
                    <a:pt x="15289" y="1172274"/>
                  </a:lnTo>
                  <a:cubicBezTo>
                    <a:pt x="6845" y="1172274"/>
                    <a:pt x="0" y="1165429"/>
                    <a:pt x="0" y="1156985"/>
                  </a:cubicBezTo>
                  <a:lnTo>
                    <a:pt x="0" y="15289"/>
                  </a:lnTo>
                  <a:cubicBezTo>
                    <a:pt x="0" y="6845"/>
                    <a:pt x="6845" y="0"/>
                    <a:pt x="15289" y="0"/>
                  </a:cubicBezTo>
                  <a:close/>
                </a:path>
              </a:pathLst>
            </a:custGeom>
            <a:solidFill>
              <a:srgbClr val="566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4"/>
            <p:cNvSpPr txBox="1"/>
            <p:nvPr/>
          </p:nvSpPr>
          <p:spPr>
            <a:xfrm>
              <a:off x="0" y="-38100"/>
              <a:ext cx="3320535" cy="121037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8" name="Google Shape;348;p14"/>
          <p:cNvSpPr/>
          <p:nvPr/>
        </p:nvSpPr>
        <p:spPr>
          <a:xfrm flipH="1">
            <a:off x="15682795" y="-549566"/>
            <a:ext cx="2789693" cy="1658599"/>
          </a:xfrm>
          <a:custGeom>
            <a:rect b="b" l="l" r="r" t="t"/>
            <a:pathLst>
              <a:path extrusionOk="0" h="1658599" w="2789693">
                <a:moveTo>
                  <a:pt x="2789692" y="0"/>
                </a:moveTo>
                <a:lnTo>
                  <a:pt x="0" y="0"/>
                </a:lnTo>
                <a:lnTo>
                  <a:pt x="0" y="1658599"/>
                </a:lnTo>
                <a:lnTo>
                  <a:pt x="2789692" y="1658599"/>
                </a:lnTo>
                <a:lnTo>
                  <a:pt x="2789692" y="0"/>
                </a:lnTo>
                <a:close/>
              </a:path>
            </a:pathLst>
          </a:custGeom>
          <a:blipFill rotWithShape="1">
            <a:blip r:embed="rId4">
              <a:alphaModFix/>
            </a:blip>
            <a:stretch>
              <a:fillRect b="0" l="0" r="0" t="0"/>
            </a:stretch>
          </a:blipFill>
          <a:ln>
            <a:noFill/>
          </a:ln>
        </p:spPr>
      </p:sp>
      <p:sp>
        <p:nvSpPr>
          <p:cNvPr id="349" name="Google Shape;349;p14"/>
          <p:cNvSpPr/>
          <p:nvPr/>
        </p:nvSpPr>
        <p:spPr>
          <a:xfrm flipH="1">
            <a:off x="16559302" y="451930"/>
            <a:ext cx="2789693" cy="1658599"/>
          </a:xfrm>
          <a:custGeom>
            <a:rect b="b" l="l" r="r" t="t"/>
            <a:pathLst>
              <a:path extrusionOk="0" h="1658599" w="2789693">
                <a:moveTo>
                  <a:pt x="2789692" y="0"/>
                </a:moveTo>
                <a:lnTo>
                  <a:pt x="0" y="0"/>
                </a:lnTo>
                <a:lnTo>
                  <a:pt x="0" y="1658600"/>
                </a:lnTo>
                <a:lnTo>
                  <a:pt x="2789692" y="1658600"/>
                </a:lnTo>
                <a:lnTo>
                  <a:pt x="2789692" y="0"/>
                </a:lnTo>
                <a:close/>
              </a:path>
            </a:pathLst>
          </a:custGeom>
          <a:blipFill rotWithShape="1">
            <a:blip r:embed="rId4">
              <a:alphaModFix/>
            </a:blip>
            <a:stretch>
              <a:fillRect b="0" l="0" r="0" t="0"/>
            </a:stretch>
          </a:blipFill>
          <a:ln>
            <a:noFill/>
          </a:ln>
        </p:spPr>
      </p:sp>
      <p:sp>
        <p:nvSpPr>
          <p:cNvPr id="350" name="Google Shape;350;p14"/>
          <p:cNvSpPr/>
          <p:nvPr/>
        </p:nvSpPr>
        <p:spPr>
          <a:xfrm flipH="1">
            <a:off x="16772825" y="-422617"/>
            <a:ext cx="2362646" cy="1404701"/>
          </a:xfrm>
          <a:custGeom>
            <a:rect b="b" l="l" r="r" t="t"/>
            <a:pathLst>
              <a:path extrusionOk="0" h="1404701" w="2362646">
                <a:moveTo>
                  <a:pt x="2362646" y="0"/>
                </a:moveTo>
                <a:lnTo>
                  <a:pt x="0" y="0"/>
                </a:lnTo>
                <a:lnTo>
                  <a:pt x="0" y="1404701"/>
                </a:lnTo>
                <a:lnTo>
                  <a:pt x="2362646" y="1404701"/>
                </a:lnTo>
                <a:lnTo>
                  <a:pt x="2362646" y="0"/>
                </a:lnTo>
                <a:close/>
              </a:path>
            </a:pathLst>
          </a:custGeom>
          <a:blipFill rotWithShape="1">
            <a:blip r:embed="rId4">
              <a:alphaModFix/>
            </a:blip>
            <a:stretch>
              <a:fillRect b="0" l="0" r="0" t="0"/>
            </a:stretch>
          </a:blipFill>
          <a:ln>
            <a:noFill/>
          </a:ln>
        </p:spPr>
      </p:sp>
      <p:grpSp>
        <p:nvGrpSpPr>
          <p:cNvPr id="351" name="Google Shape;351;p14"/>
          <p:cNvGrpSpPr/>
          <p:nvPr/>
        </p:nvGrpSpPr>
        <p:grpSpPr>
          <a:xfrm>
            <a:off x="6813785" y="6645181"/>
            <a:ext cx="11140363" cy="3247786"/>
            <a:chOff x="0" y="-38100"/>
            <a:chExt cx="3320535" cy="968046"/>
          </a:xfrm>
        </p:grpSpPr>
        <p:sp>
          <p:nvSpPr>
            <p:cNvPr id="352" name="Google Shape;352;p14"/>
            <p:cNvSpPr/>
            <p:nvPr/>
          </p:nvSpPr>
          <p:spPr>
            <a:xfrm>
              <a:off x="0" y="0"/>
              <a:ext cx="3320535" cy="929946"/>
            </a:xfrm>
            <a:custGeom>
              <a:rect b="b" l="l" r="r" t="t"/>
              <a:pathLst>
                <a:path extrusionOk="0" h="929946" w="3320535">
                  <a:moveTo>
                    <a:pt x="15289" y="0"/>
                  </a:moveTo>
                  <a:lnTo>
                    <a:pt x="3305247" y="0"/>
                  </a:lnTo>
                  <a:cubicBezTo>
                    <a:pt x="3309301" y="0"/>
                    <a:pt x="3313190" y="1611"/>
                    <a:pt x="3316057" y="4478"/>
                  </a:cubicBezTo>
                  <a:cubicBezTo>
                    <a:pt x="3318925" y="7345"/>
                    <a:pt x="3320535" y="11234"/>
                    <a:pt x="3320535" y="15289"/>
                  </a:cubicBezTo>
                  <a:lnTo>
                    <a:pt x="3320535" y="914658"/>
                  </a:lnTo>
                  <a:cubicBezTo>
                    <a:pt x="3320535" y="923101"/>
                    <a:pt x="3313690" y="929946"/>
                    <a:pt x="3305247" y="929946"/>
                  </a:cubicBezTo>
                  <a:lnTo>
                    <a:pt x="15289" y="929946"/>
                  </a:lnTo>
                  <a:cubicBezTo>
                    <a:pt x="6845" y="929946"/>
                    <a:pt x="0" y="923101"/>
                    <a:pt x="0" y="914658"/>
                  </a:cubicBezTo>
                  <a:lnTo>
                    <a:pt x="0" y="15289"/>
                  </a:lnTo>
                  <a:cubicBezTo>
                    <a:pt x="0" y="6845"/>
                    <a:pt x="6845" y="0"/>
                    <a:pt x="15289" y="0"/>
                  </a:cubicBezTo>
                  <a:close/>
                </a:path>
              </a:pathLst>
            </a:custGeom>
            <a:solidFill>
              <a:srgbClr val="566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4"/>
            <p:cNvSpPr txBox="1"/>
            <p:nvPr/>
          </p:nvSpPr>
          <p:spPr>
            <a:xfrm>
              <a:off x="0" y="-38100"/>
              <a:ext cx="3320535" cy="96804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4" name="Google Shape;354;p14"/>
          <p:cNvSpPr/>
          <p:nvPr/>
        </p:nvSpPr>
        <p:spPr>
          <a:xfrm rot="10800000">
            <a:off x="16559302" y="8234368"/>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4">
              <a:alphaModFix/>
            </a:blip>
            <a:stretch>
              <a:fillRect b="0" l="0" r="0" t="0"/>
            </a:stretch>
          </a:blipFill>
          <a:ln>
            <a:noFill/>
          </a:ln>
        </p:spPr>
      </p:sp>
      <p:sp>
        <p:nvSpPr>
          <p:cNvPr id="355" name="Google Shape;355;p14"/>
          <p:cNvSpPr/>
          <p:nvPr/>
        </p:nvSpPr>
        <p:spPr>
          <a:xfrm rot="10800000">
            <a:off x="15682795" y="9177967"/>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4">
              <a:alphaModFix/>
            </a:blip>
            <a:stretch>
              <a:fillRect b="0" l="0" r="0" t="0"/>
            </a:stretch>
          </a:blipFill>
          <a:ln>
            <a:noFill/>
          </a:ln>
        </p:spPr>
      </p:sp>
      <p:sp>
        <p:nvSpPr>
          <p:cNvPr id="356" name="Google Shape;356;p14"/>
          <p:cNvSpPr/>
          <p:nvPr/>
        </p:nvSpPr>
        <p:spPr>
          <a:xfrm rot="10800000">
            <a:off x="16772825" y="9238143"/>
            <a:ext cx="2362646" cy="1404701"/>
          </a:xfrm>
          <a:custGeom>
            <a:rect b="b" l="l" r="r" t="t"/>
            <a:pathLst>
              <a:path extrusionOk="0" h="1404701" w="2362646">
                <a:moveTo>
                  <a:pt x="2362646" y="1404701"/>
                </a:moveTo>
                <a:lnTo>
                  <a:pt x="0" y="1404701"/>
                </a:lnTo>
                <a:lnTo>
                  <a:pt x="0" y="0"/>
                </a:lnTo>
                <a:lnTo>
                  <a:pt x="2362646" y="0"/>
                </a:lnTo>
                <a:lnTo>
                  <a:pt x="2362646" y="1404701"/>
                </a:lnTo>
                <a:close/>
              </a:path>
            </a:pathLst>
          </a:custGeom>
          <a:blipFill rotWithShape="1">
            <a:blip r:embed="rId4">
              <a:alphaModFix/>
            </a:blip>
            <a:stretch>
              <a:fillRect b="0" l="0" r="0" t="0"/>
            </a:stretch>
          </a:blipFill>
          <a:ln>
            <a:noFill/>
          </a:ln>
        </p:spPr>
      </p:sp>
      <p:sp>
        <p:nvSpPr>
          <p:cNvPr id="357" name="Google Shape;357;p14"/>
          <p:cNvSpPr txBox="1"/>
          <p:nvPr/>
        </p:nvSpPr>
        <p:spPr>
          <a:xfrm>
            <a:off x="7147637" y="394447"/>
            <a:ext cx="9411665"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15193E"/>
                </a:solidFill>
                <a:latin typeface="Ultra"/>
                <a:ea typeface="Ultra"/>
                <a:cs typeface="Ultra"/>
                <a:sym typeface="Ultra"/>
              </a:rPr>
              <a:t>ALCANCES DEL</a:t>
            </a:r>
            <a:endParaRPr/>
          </a:p>
        </p:txBody>
      </p:sp>
      <p:sp>
        <p:nvSpPr>
          <p:cNvPr id="358" name="Google Shape;358;p14"/>
          <p:cNvSpPr txBox="1"/>
          <p:nvPr/>
        </p:nvSpPr>
        <p:spPr>
          <a:xfrm>
            <a:off x="7147637" y="1156252"/>
            <a:ext cx="11499218"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FB02C"/>
                </a:solidFill>
                <a:latin typeface="Ultra"/>
                <a:ea typeface="Ultra"/>
                <a:cs typeface="Ultra"/>
                <a:sym typeface="Ultra"/>
              </a:rPr>
              <a:t>PROYECTO</a:t>
            </a:r>
            <a:endParaRPr/>
          </a:p>
        </p:txBody>
      </p:sp>
      <p:sp>
        <p:nvSpPr>
          <p:cNvPr id="359" name="Google Shape;359;p14"/>
          <p:cNvSpPr txBox="1"/>
          <p:nvPr/>
        </p:nvSpPr>
        <p:spPr>
          <a:xfrm>
            <a:off x="7294110" y="2815598"/>
            <a:ext cx="9265191" cy="3223765"/>
          </a:xfrm>
          <a:prstGeom prst="rect">
            <a:avLst/>
          </a:prstGeom>
          <a:noFill/>
          <a:ln>
            <a:noFill/>
          </a:ln>
        </p:spPr>
        <p:txBody>
          <a:bodyPr anchorCtr="0" anchor="t" bIns="0" lIns="0" spcFirstLastPara="1" rIns="0" wrap="square" tIns="0">
            <a:spAutoFit/>
          </a:bodyPr>
          <a:lstStyle/>
          <a:p>
            <a:pPr indent="-284173" lvl="1" marL="568349" marR="0" rtl="0" algn="l">
              <a:lnSpc>
                <a:spcPct val="116983"/>
              </a:lnSpc>
              <a:spcBef>
                <a:spcPts val="0"/>
              </a:spcBef>
              <a:spcAft>
                <a:spcPts val="0"/>
              </a:spcAft>
              <a:buClr>
                <a:srgbClr val="F0F2FD"/>
              </a:buClr>
              <a:buSzPts val="2632"/>
              <a:buFont typeface="Arial"/>
              <a:buChar char="•"/>
            </a:pPr>
            <a:r>
              <a:rPr b="1" i="0" lang="en-US" sz="2632" u="none" cap="none" strike="noStrike">
                <a:solidFill>
                  <a:srgbClr val="F0F2FD"/>
                </a:solidFill>
                <a:latin typeface="Ultra"/>
                <a:ea typeface="Ultra"/>
                <a:cs typeface="Ultra"/>
                <a:sym typeface="Ultra"/>
              </a:rPr>
              <a:t>DESARROLLO DE PLATAFORMA WEB E-COMMERCE FUNCIONAL</a:t>
            </a:r>
            <a:endParaRPr/>
          </a:p>
          <a:p>
            <a:pPr indent="-284173" lvl="1" marL="568349" marR="0" rtl="0" algn="l">
              <a:lnSpc>
                <a:spcPct val="116983"/>
              </a:lnSpc>
              <a:spcBef>
                <a:spcPts val="0"/>
              </a:spcBef>
              <a:spcAft>
                <a:spcPts val="0"/>
              </a:spcAft>
              <a:buClr>
                <a:srgbClr val="F0F2FD"/>
              </a:buClr>
              <a:buSzPts val="2632"/>
              <a:buFont typeface="Arial"/>
              <a:buChar char="•"/>
            </a:pPr>
            <a:r>
              <a:rPr b="1" i="0" lang="en-US" sz="2632" u="none" cap="none" strike="noStrike">
                <a:solidFill>
                  <a:srgbClr val="F0F2FD"/>
                </a:solidFill>
                <a:latin typeface="Ultra"/>
                <a:ea typeface="Ultra"/>
                <a:cs typeface="Ultra"/>
                <a:sym typeface="Ultra"/>
              </a:rPr>
              <a:t>Carrito de compras y checkout seguro</a:t>
            </a:r>
            <a:endParaRPr/>
          </a:p>
          <a:p>
            <a:pPr indent="-284173" lvl="1" marL="568349" marR="0" rtl="0" algn="l">
              <a:lnSpc>
                <a:spcPct val="116983"/>
              </a:lnSpc>
              <a:spcBef>
                <a:spcPts val="0"/>
              </a:spcBef>
              <a:spcAft>
                <a:spcPts val="0"/>
              </a:spcAft>
              <a:buClr>
                <a:srgbClr val="F0F2FD"/>
              </a:buClr>
              <a:buSzPts val="2632"/>
              <a:buFont typeface="Arial"/>
              <a:buChar char="•"/>
            </a:pPr>
            <a:r>
              <a:rPr b="1" i="0" lang="en-US" sz="2632" u="none" cap="none" strike="noStrike">
                <a:solidFill>
                  <a:srgbClr val="F0F2FD"/>
                </a:solidFill>
                <a:latin typeface="Ultra"/>
                <a:ea typeface="Ultra"/>
                <a:cs typeface="Ultra"/>
                <a:sym typeface="Ultra"/>
              </a:rPr>
              <a:t>Gestión completa de clientes</a:t>
            </a:r>
            <a:endParaRPr/>
          </a:p>
          <a:p>
            <a:pPr indent="-284173" lvl="1" marL="568349" marR="0" rtl="0" algn="l">
              <a:lnSpc>
                <a:spcPct val="116983"/>
              </a:lnSpc>
              <a:spcBef>
                <a:spcPts val="0"/>
              </a:spcBef>
              <a:spcAft>
                <a:spcPts val="0"/>
              </a:spcAft>
              <a:buClr>
                <a:srgbClr val="F0F2FD"/>
              </a:buClr>
              <a:buSzPts val="2632"/>
              <a:buFont typeface="Arial"/>
              <a:buChar char="•"/>
            </a:pPr>
            <a:r>
              <a:rPr b="1" i="0" lang="en-US" sz="2632" u="none" cap="none" strike="noStrike">
                <a:solidFill>
                  <a:srgbClr val="F0F2FD"/>
                </a:solidFill>
                <a:latin typeface="Ultra"/>
                <a:ea typeface="Ultra"/>
                <a:cs typeface="Ultra"/>
                <a:sym typeface="Ultra"/>
              </a:rPr>
              <a:t>Panel administrativo centralizado</a:t>
            </a:r>
            <a:endParaRPr/>
          </a:p>
          <a:p>
            <a:pPr indent="-284173" lvl="1" marL="568349" marR="0" rtl="0" algn="l">
              <a:lnSpc>
                <a:spcPct val="116983"/>
              </a:lnSpc>
              <a:spcBef>
                <a:spcPts val="0"/>
              </a:spcBef>
              <a:spcAft>
                <a:spcPts val="0"/>
              </a:spcAft>
              <a:buClr>
                <a:srgbClr val="F0F2FD"/>
              </a:buClr>
              <a:buSzPts val="2632"/>
              <a:buFont typeface="Arial"/>
              <a:buChar char="•"/>
            </a:pPr>
            <a:r>
              <a:rPr b="1" i="0" lang="en-US" sz="2632" u="none" cap="none" strike="noStrike">
                <a:solidFill>
                  <a:srgbClr val="F0F2FD"/>
                </a:solidFill>
                <a:latin typeface="Ultra"/>
                <a:ea typeface="Ultra"/>
                <a:cs typeface="Ultra"/>
                <a:sym typeface="Ultra"/>
              </a:rPr>
              <a:t>Notificaciones automáticas</a:t>
            </a:r>
            <a:endParaRPr/>
          </a:p>
          <a:p>
            <a:pPr indent="-284173" lvl="1" marL="568349" marR="0" rtl="0" algn="l">
              <a:lnSpc>
                <a:spcPct val="116983"/>
              </a:lnSpc>
              <a:spcBef>
                <a:spcPts val="0"/>
              </a:spcBef>
              <a:spcAft>
                <a:spcPts val="0"/>
              </a:spcAft>
              <a:buClr>
                <a:srgbClr val="F0F2FD"/>
              </a:buClr>
              <a:buSzPts val="2632"/>
              <a:buFont typeface="Arial"/>
              <a:buChar char="•"/>
            </a:pPr>
            <a:r>
              <a:rPr b="1" i="0" lang="en-US" sz="2632" u="none" cap="none" strike="noStrike">
                <a:solidFill>
                  <a:srgbClr val="F0F2FD"/>
                </a:solidFill>
                <a:latin typeface="Ultra"/>
                <a:ea typeface="Ultra"/>
                <a:cs typeface="Ultra"/>
                <a:sym typeface="Ultra"/>
              </a:rPr>
              <a:t>Sección de noticias y campañas</a:t>
            </a:r>
            <a:endParaRPr/>
          </a:p>
          <a:p>
            <a:pPr indent="-284173" lvl="1" marL="568349" marR="0" rtl="0" algn="l">
              <a:lnSpc>
                <a:spcPct val="116983"/>
              </a:lnSpc>
              <a:spcBef>
                <a:spcPts val="0"/>
              </a:spcBef>
              <a:spcAft>
                <a:spcPts val="0"/>
              </a:spcAft>
              <a:buClr>
                <a:srgbClr val="F0F2FD"/>
              </a:buClr>
              <a:buSzPts val="2632"/>
              <a:buFont typeface="Arial"/>
              <a:buChar char="•"/>
            </a:pPr>
            <a:r>
              <a:rPr b="1" i="0" lang="en-US" sz="2632" u="none" cap="none" strike="noStrike">
                <a:solidFill>
                  <a:srgbClr val="F0F2FD"/>
                </a:solidFill>
                <a:latin typeface="Ultra"/>
                <a:ea typeface="Ultra"/>
                <a:cs typeface="Ultra"/>
                <a:sym typeface="Ultra"/>
              </a:rPr>
              <a:t>Diseño responsive</a:t>
            </a:r>
            <a:endParaRPr/>
          </a:p>
        </p:txBody>
      </p:sp>
      <p:sp>
        <p:nvSpPr>
          <p:cNvPr id="360" name="Google Shape;360;p14"/>
          <p:cNvSpPr txBox="1"/>
          <p:nvPr/>
        </p:nvSpPr>
        <p:spPr>
          <a:xfrm>
            <a:off x="7294110" y="7111461"/>
            <a:ext cx="7589958" cy="2334015"/>
          </a:xfrm>
          <a:prstGeom prst="rect">
            <a:avLst/>
          </a:prstGeom>
          <a:noFill/>
          <a:ln>
            <a:noFill/>
          </a:ln>
        </p:spPr>
        <p:txBody>
          <a:bodyPr anchorCtr="0" anchor="t" bIns="0" lIns="0" spcFirstLastPara="1" rIns="0" wrap="square" tIns="0">
            <a:spAutoFit/>
          </a:bodyPr>
          <a:lstStyle/>
          <a:p>
            <a:pPr indent="-280912" lvl="1" marL="561823" marR="0" rtl="0" algn="l">
              <a:lnSpc>
                <a:spcPct val="116986"/>
              </a:lnSpc>
              <a:spcBef>
                <a:spcPts val="0"/>
              </a:spcBef>
              <a:spcAft>
                <a:spcPts val="0"/>
              </a:spcAft>
              <a:buClr>
                <a:srgbClr val="F0F2FD"/>
              </a:buClr>
              <a:buSzPts val="2602"/>
              <a:buFont typeface="Arial"/>
              <a:buChar char="•"/>
            </a:pPr>
            <a:r>
              <a:rPr b="1" i="0" lang="en-US" sz="2602" u="none" cap="none" strike="noStrike">
                <a:solidFill>
                  <a:srgbClr val="F0F2FD"/>
                </a:solidFill>
                <a:latin typeface="Ultra"/>
                <a:ea typeface="Ultra"/>
                <a:cs typeface="Ultra"/>
                <a:sym typeface="Ultra"/>
              </a:rPr>
              <a:t>DURACIÓN DE 17 SEMANAS</a:t>
            </a:r>
            <a:endParaRPr/>
          </a:p>
          <a:p>
            <a:pPr indent="0" lvl="0" marL="0" marR="0" rtl="0" algn="l">
              <a:lnSpc>
                <a:spcPct val="116986"/>
              </a:lnSpc>
              <a:spcBef>
                <a:spcPts val="0"/>
              </a:spcBef>
              <a:spcAft>
                <a:spcPts val="0"/>
              </a:spcAft>
              <a:buNone/>
            </a:pPr>
            <a:r>
              <a:t/>
            </a:r>
            <a:endParaRPr b="1" i="0" sz="2602" u="none" cap="none" strike="noStrike">
              <a:solidFill>
                <a:srgbClr val="F0F2FD"/>
              </a:solidFill>
              <a:latin typeface="Ultra"/>
              <a:ea typeface="Ultra"/>
              <a:cs typeface="Ultra"/>
              <a:sym typeface="Ultra"/>
            </a:endParaRPr>
          </a:p>
          <a:p>
            <a:pPr indent="-280912" lvl="1" marL="561823" marR="0" rtl="0" algn="l">
              <a:lnSpc>
                <a:spcPct val="116986"/>
              </a:lnSpc>
              <a:spcBef>
                <a:spcPts val="0"/>
              </a:spcBef>
              <a:spcAft>
                <a:spcPts val="0"/>
              </a:spcAft>
              <a:buClr>
                <a:srgbClr val="F0F2FD"/>
              </a:buClr>
              <a:buSzPts val="2602"/>
              <a:buFont typeface="Arial"/>
              <a:buChar char="•"/>
            </a:pPr>
            <a:r>
              <a:rPr b="1" i="0" lang="en-US" sz="2602" u="none" cap="none" strike="noStrike">
                <a:solidFill>
                  <a:srgbClr val="F0F2FD"/>
                </a:solidFill>
                <a:latin typeface="Ultra"/>
                <a:ea typeface="Ultra"/>
                <a:cs typeface="Ultra"/>
                <a:sym typeface="Ultra"/>
              </a:rPr>
              <a:t>MEtodología de trabajo: Ágil</a:t>
            </a:r>
            <a:endParaRPr/>
          </a:p>
          <a:p>
            <a:pPr indent="0" lvl="0" marL="0" marR="0" rtl="0" algn="l">
              <a:lnSpc>
                <a:spcPct val="116986"/>
              </a:lnSpc>
              <a:spcBef>
                <a:spcPts val="0"/>
              </a:spcBef>
              <a:spcAft>
                <a:spcPts val="0"/>
              </a:spcAft>
              <a:buNone/>
            </a:pPr>
            <a:r>
              <a:t/>
            </a:r>
            <a:endParaRPr b="1" i="0" sz="2602" u="none" cap="none" strike="noStrike">
              <a:solidFill>
                <a:srgbClr val="F0F2FD"/>
              </a:solidFill>
              <a:latin typeface="Ultra"/>
              <a:ea typeface="Ultra"/>
              <a:cs typeface="Ultra"/>
              <a:sym typeface="Ultra"/>
            </a:endParaRPr>
          </a:p>
          <a:p>
            <a:pPr indent="-280912" lvl="1" marL="561823" marR="0" rtl="0" algn="l">
              <a:lnSpc>
                <a:spcPct val="116986"/>
              </a:lnSpc>
              <a:spcBef>
                <a:spcPts val="0"/>
              </a:spcBef>
              <a:spcAft>
                <a:spcPts val="0"/>
              </a:spcAft>
              <a:buClr>
                <a:srgbClr val="F0F2FD"/>
              </a:buClr>
              <a:buSzPts val="2602"/>
              <a:buFont typeface="Arial"/>
              <a:buChar char="•"/>
            </a:pPr>
            <a:r>
              <a:rPr b="1" i="0" lang="en-US" sz="2602" u="none" cap="none" strike="noStrike">
                <a:solidFill>
                  <a:srgbClr val="F0F2FD"/>
                </a:solidFill>
                <a:latin typeface="Ultra"/>
                <a:ea typeface="Ultra"/>
                <a:cs typeface="Ultra"/>
                <a:sym typeface="Ultra"/>
              </a:rPr>
              <a:t>COSTO TOTAL APROXIMADO DEL PROYECTO: $1,265,000 - $1,725,000 CLP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364" name="Shape 364"/>
        <p:cNvGrpSpPr/>
        <p:nvPr/>
      </p:nvGrpSpPr>
      <p:grpSpPr>
        <a:xfrm>
          <a:off x="0" y="0"/>
          <a:ext cx="0" cy="0"/>
          <a:chOff x="0" y="0"/>
          <a:chExt cx="0" cy="0"/>
        </a:xfrm>
      </p:grpSpPr>
      <p:sp>
        <p:nvSpPr>
          <p:cNvPr id="365" name="Google Shape;365;p15"/>
          <p:cNvSpPr/>
          <p:nvPr/>
        </p:nvSpPr>
        <p:spPr>
          <a:xfrm>
            <a:off x="-127795"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366" name="Google Shape;366;p15"/>
          <p:cNvSpPr/>
          <p:nvPr/>
        </p:nvSpPr>
        <p:spPr>
          <a:xfrm flipH="1">
            <a:off x="15626102" y="-549566"/>
            <a:ext cx="2789693" cy="1658599"/>
          </a:xfrm>
          <a:custGeom>
            <a:rect b="b" l="l" r="r" t="t"/>
            <a:pathLst>
              <a:path extrusionOk="0" h="1658599" w="2789693">
                <a:moveTo>
                  <a:pt x="2789693" y="0"/>
                </a:moveTo>
                <a:lnTo>
                  <a:pt x="0" y="0"/>
                </a:lnTo>
                <a:lnTo>
                  <a:pt x="0" y="1658599"/>
                </a:lnTo>
                <a:lnTo>
                  <a:pt x="2789693" y="1658599"/>
                </a:lnTo>
                <a:lnTo>
                  <a:pt x="2789693" y="0"/>
                </a:lnTo>
                <a:close/>
              </a:path>
            </a:pathLst>
          </a:custGeom>
          <a:blipFill rotWithShape="1">
            <a:blip r:embed="rId3">
              <a:alphaModFix/>
            </a:blip>
            <a:stretch>
              <a:fillRect b="0" l="0" r="0" t="0"/>
            </a:stretch>
          </a:blipFill>
          <a:ln>
            <a:noFill/>
          </a:ln>
        </p:spPr>
      </p:sp>
      <p:sp>
        <p:nvSpPr>
          <p:cNvPr id="367" name="Google Shape;367;p15"/>
          <p:cNvSpPr/>
          <p:nvPr/>
        </p:nvSpPr>
        <p:spPr>
          <a:xfrm>
            <a:off x="-1060994" y="451930"/>
            <a:ext cx="2789693" cy="1658599"/>
          </a:xfrm>
          <a:custGeom>
            <a:rect b="b" l="l" r="r" t="t"/>
            <a:pathLst>
              <a:path extrusionOk="0" h="1658599" w="2789693">
                <a:moveTo>
                  <a:pt x="0" y="0"/>
                </a:moveTo>
                <a:lnTo>
                  <a:pt x="2789692" y="0"/>
                </a:lnTo>
                <a:lnTo>
                  <a:pt x="2789692" y="1658600"/>
                </a:lnTo>
                <a:lnTo>
                  <a:pt x="0" y="1658600"/>
                </a:lnTo>
                <a:lnTo>
                  <a:pt x="0" y="0"/>
                </a:lnTo>
                <a:close/>
              </a:path>
            </a:pathLst>
          </a:custGeom>
          <a:blipFill rotWithShape="1">
            <a:blip r:embed="rId3">
              <a:alphaModFix/>
            </a:blip>
            <a:stretch>
              <a:fillRect b="0" l="0" r="0" t="0"/>
            </a:stretch>
          </a:blipFill>
          <a:ln>
            <a:noFill/>
          </a:ln>
        </p:spPr>
      </p:sp>
      <p:sp>
        <p:nvSpPr>
          <p:cNvPr id="368" name="Google Shape;368;p15"/>
          <p:cNvSpPr/>
          <p:nvPr/>
        </p:nvSpPr>
        <p:spPr>
          <a:xfrm flipH="1">
            <a:off x="16559302" y="451930"/>
            <a:ext cx="2789693" cy="1658599"/>
          </a:xfrm>
          <a:custGeom>
            <a:rect b="b" l="l" r="r" t="t"/>
            <a:pathLst>
              <a:path extrusionOk="0" h="1658599" w="2789693">
                <a:moveTo>
                  <a:pt x="2789692" y="0"/>
                </a:moveTo>
                <a:lnTo>
                  <a:pt x="0" y="0"/>
                </a:lnTo>
                <a:lnTo>
                  <a:pt x="0" y="1658600"/>
                </a:lnTo>
                <a:lnTo>
                  <a:pt x="2789692" y="1658600"/>
                </a:lnTo>
                <a:lnTo>
                  <a:pt x="2789692" y="0"/>
                </a:lnTo>
                <a:close/>
              </a:path>
            </a:pathLst>
          </a:custGeom>
          <a:blipFill rotWithShape="1">
            <a:blip r:embed="rId3">
              <a:alphaModFix/>
            </a:blip>
            <a:stretch>
              <a:fillRect b="0" l="0" r="0" t="0"/>
            </a:stretch>
          </a:blipFill>
          <a:ln>
            <a:noFill/>
          </a:ln>
        </p:spPr>
      </p:sp>
      <p:sp>
        <p:nvSpPr>
          <p:cNvPr id="369" name="Google Shape;369;p15"/>
          <p:cNvSpPr/>
          <p:nvPr/>
        </p:nvSpPr>
        <p:spPr>
          <a:xfrm>
            <a:off x="-847471" y="-422617"/>
            <a:ext cx="2362646" cy="1404701"/>
          </a:xfrm>
          <a:custGeom>
            <a:rect b="b" l="l" r="r" t="t"/>
            <a:pathLst>
              <a:path extrusionOk="0" h="1404701" w="2362646">
                <a:moveTo>
                  <a:pt x="0" y="0"/>
                </a:moveTo>
                <a:lnTo>
                  <a:pt x="2362646" y="0"/>
                </a:lnTo>
                <a:lnTo>
                  <a:pt x="2362646" y="1404701"/>
                </a:lnTo>
                <a:lnTo>
                  <a:pt x="0" y="1404701"/>
                </a:lnTo>
                <a:lnTo>
                  <a:pt x="0" y="0"/>
                </a:lnTo>
                <a:close/>
              </a:path>
            </a:pathLst>
          </a:custGeom>
          <a:blipFill rotWithShape="1">
            <a:blip r:embed="rId3">
              <a:alphaModFix/>
            </a:blip>
            <a:stretch>
              <a:fillRect b="0" l="0" r="0" t="0"/>
            </a:stretch>
          </a:blipFill>
          <a:ln>
            <a:noFill/>
          </a:ln>
        </p:spPr>
      </p:sp>
      <p:sp>
        <p:nvSpPr>
          <p:cNvPr id="370" name="Google Shape;370;p15"/>
          <p:cNvSpPr/>
          <p:nvPr/>
        </p:nvSpPr>
        <p:spPr>
          <a:xfrm flipH="1">
            <a:off x="16772825" y="-422617"/>
            <a:ext cx="2362646" cy="1404701"/>
          </a:xfrm>
          <a:custGeom>
            <a:rect b="b" l="l" r="r" t="t"/>
            <a:pathLst>
              <a:path extrusionOk="0" h="1404701" w="2362646">
                <a:moveTo>
                  <a:pt x="2362646" y="0"/>
                </a:moveTo>
                <a:lnTo>
                  <a:pt x="0" y="0"/>
                </a:lnTo>
                <a:lnTo>
                  <a:pt x="0" y="1404701"/>
                </a:lnTo>
                <a:lnTo>
                  <a:pt x="2362646" y="1404701"/>
                </a:lnTo>
                <a:lnTo>
                  <a:pt x="2362646" y="0"/>
                </a:lnTo>
                <a:close/>
              </a:path>
            </a:pathLst>
          </a:custGeom>
          <a:blipFill rotWithShape="1">
            <a:blip r:embed="rId3">
              <a:alphaModFix/>
            </a:blip>
            <a:stretch>
              <a:fillRect b="0" l="0" r="0" t="0"/>
            </a:stretch>
          </a:blipFill>
          <a:ln>
            <a:noFill/>
          </a:ln>
        </p:spPr>
      </p:sp>
      <p:sp>
        <p:nvSpPr>
          <p:cNvPr id="371" name="Google Shape;371;p15"/>
          <p:cNvSpPr/>
          <p:nvPr/>
        </p:nvSpPr>
        <p:spPr>
          <a:xfrm>
            <a:off x="0" y="9416472"/>
            <a:ext cx="18288000" cy="870528"/>
          </a:xfrm>
          <a:custGeom>
            <a:rect b="b" l="l" r="r" t="t"/>
            <a:pathLst>
              <a:path extrusionOk="0" h="870528" w="18288000">
                <a:moveTo>
                  <a:pt x="0" y="0"/>
                </a:moveTo>
                <a:lnTo>
                  <a:pt x="18288000" y="0"/>
                </a:lnTo>
                <a:lnTo>
                  <a:pt x="18288000" y="870528"/>
                </a:lnTo>
                <a:lnTo>
                  <a:pt x="0" y="870528"/>
                </a:lnTo>
                <a:lnTo>
                  <a:pt x="0" y="0"/>
                </a:lnTo>
                <a:close/>
              </a:path>
            </a:pathLst>
          </a:custGeom>
          <a:blipFill rotWithShape="1">
            <a:blip r:embed="rId4">
              <a:alphaModFix/>
            </a:blip>
            <a:stretch>
              <a:fillRect b="0" l="0" r="0" t="-2000397"/>
            </a:stretch>
          </a:blipFill>
          <a:ln>
            <a:noFill/>
          </a:ln>
        </p:spPr>
      </p:sp>
      <p:sp>
        <p:nvSpPr>
          <p:cNvPr id="372" name="Google Shape;372;p15"/>
          <p:cNvSpPr txBox="1"/>
          <p:nvPr/>
        </p:nvSpPr>
        <p:spPr>
          <a:xfrm>
            <a:off x="1728697" y="451934"/>
            <a:ext cx="12861000" cy="18516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15193E"/>
                </a:solidFill>
                <a:latin typeface="Ultra"/>
                <a:ea typeface="Ultra"/>
                <a:cs typeface="Ultra"/>
                <a:sym typeface="Ultra"/>
              </a:rPr>
              <a:t>TECNOLOGIAS DE DESARROLLO </a:t>
            </a:r>
            <a:endParaRPr/>
          </a:p>
        </p:txBody>
      </p:sp>
      <p:sp>
        <p:nvSpPr>
          <p:cNvPr id="373" name="Google Shape;373;p15"/>
          <p:cNvSpPr txBox="1"/>
          <p:nvPr/>
        </p:nvSpPr>
        <p:spPr>
          <a:xfrm>
            <a:off x="1728698" y="2167680"/>
            <a:ext cx="11499218"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FB02C"/>
                </a:solidFill>
                <a:latin typeface="Ultra"/>
                <a:ea typeface="Ultra"/>
                <a:cs typeface="Ultra"/>
                <a:sym typeface="Ultra"/>
              </a:rPr>
              <a:t>E IMPLEMENTACIÓN</a:t>
            </a:r>
            <a:endParaRPr/>
          </a:p>
        </p:txBody>
      </p:sp>
      <p:grpSp>
        <p:nvGrpSpPr>
          <p:cNvPr id="374" name="Google Shape;374;p15"/>
          <p:cNvGrpSpPr/>
          <p:nvPr/>
        </p:nvGrpSpPr>
        <p:grpSpPr>
          <a:xfrm>
            <a:off x="1028700" y="3680198"/>
            <a:ext cx="4956085" cy="4881759"/>
            <a:chOff x="0" y="-38100"/>
            <a:chExt cx="1477228" cy="1455074"/>
          </a:xfrm>
        </p:grpSpPr>
        <p:sp>
          <p:nvSpPr>
            <p:cNvPr id="375" name="Google Shape;375;p15"/>
            <p:cNvSpPr/>
            <p:nvPr/>
          </p:nvSpPr>
          <p:spPr>
            <a:xfrm>
              <a:off x="0" y="0"/>
              <a:ext cx="1477228" cy="1416974"/>
            </a:xfrm>
            <a:custGeom>
              <a:rect b="b" l="l" r="r" t="t"/>
              <a:pathLst>
                <a:path extrusionOk="0" h="1416974" w="1477228">
                  <a:moveTo>
                    <a:pt x="34366" y="0"/>
                  </a:moveTo>
                  <a:lnTo>
                    <a:pt x="1442861" y="0"/>
                  </a:lnTo>
                  <a:cubicBezTo>
                    <a:pt x="1461841" y="0"/>
                    <a:pt x="1477228" y="15386"/>
                    <a:pt x="1477228" y="34366"/>
                  </a:cubicBezTo>
                  <a:lnTo>
                    <a:pt x="1477228" y="1382608"/>
                  </a:lnTo>
                  <a:cubicBezTo>
                    <a:pt x="1477228" y="1391722"/>
                    <a:pt x="1473607" y="1400464"/>
                    <a:pt x="1467162" y="1406909"/>
                  </a:cubicBezTo>
                  <a:cubicBezTo>
                    <a:pt x="1460717" y="1413353"/>
                    <a:pt x="1451976" y="1416974"/>
                    <a:pt x="1442861" y="1416974"/>
                  </a:cubicBezTo>
                  <a:lnTo>
                    <a:pt x="34366" y="1416974"/>
                  </a:lnTo>
                  <a:cubicBezTo>
                    <a:pt x="15386" y="1416974"/>
                    <a:pt x="0" y="1401588"/>
                    <a:pt x="0" y="1382608"/>
                  </a:cubicBezTo>
                  <a:lnTo>
                    <a:pt x="0" y="34366"/>
                  </a:lnTo>
                  <a:cubicBezTo>
                    <a:pt x="0" y="15386"/>
                    <a:pt x="15386" y="0"/>
                    <a:pt x="34366" y="0"/>
                  </a:cubicBezTo>
                  <a:close/>
                </a:path>
              </a:pathLst>
            </a:custGeom>
            <a:solidFill>
              <a:srgbClr val="D1D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5"/>
            <p:cNvSpPr txBox="1"/>
            <p:nvPr/>
          </p:nvSpPr>
          <p:spPr>
            <a:xfrm>
              <a:off x="0" y="-38100"/>
              <a:ext cx="1477228" cy="145507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7" name="Google Shape;377;p15"/>
          <p:cNvSpPr txBox="1"/>
          <p:nvPr/>
        </p:nvSpPr>
        <p:spPr>
          <a:xfrm>
            <a:off x="1267051" y="4177457"/>
            <a:ext cx="4275911" cy="3857625"/>
          </a:xfrm>
          <a:prstGeom prst="rect">
            <a:avLst/>
          </a:prstGeom>
          <a:noFill/>
          <a:ln>
            <a:noFill/>
          </a:ln>
        </p:spPr>
        <p:txBody>
          <a:bodyPr anchorCtr="0" anchor="t" bIns="0" lIns="0" spcFirstLastPara="1" rIns="0" wrap="square" tIns="0">
            <a:spAutoFit/>
          </a:bodyPr>
          <a:lstStyle/>
          <a:p>
            <a:pPr indent="0" lvl="0" marL="0" marR="0" rtl="0" algn="l">
              <a:lnSpc>
                <a:spcPct val="120022"/>
              </a:lnSpc>
              <a:spcBef>
                <a:spcPts val="0"/>
              </a:spcBef>
              <a:spcAft>
                <a:spcPts val="0"/>
              </a:spcAft>
              <a:buNone/>
            </a:pPr>
            <a:r>
              <a:rPr b="0" i="0" lang="en-US" sz="3611" u="none" cap="none" strike="noStrike">
                <a:solidFill>
                  <a:srgbClr val="15193E"/>
                </a:solidFill>
                <a:latin typeface="Arial"/>
                <a:ea typeface="Arial"/>
                <a:cs typeface="Arial"/>
                <a:sym typeface="Arial"/>
              </a:rPr>
              <a:t>Tecnologías de desarrollo</a:t>
            </a:r>
            <a:endParaRPr/>
          </a:p>
          <a:p>
            <a:pPr indent="0" lvl="0" marL="0" marR="0" rtl="0" algn="l">
              <a:lnSpc>
                <a:spcPct val="120022"/>
              </a:lnSpc>
              <a:spcBef>
                <a:spcPts val="0"/>
              </a:spcBef>
              <a:spcAft>
                <a:spcPts val="0"/>
              </a:spcAft>
              <a:buNone/>
            </a:pPr>
            <a:r>
              <a:t/>
            </a:r>
            <a:endParaRPr b="0" i="0" sz="3611" u="none" cap="none" strike="noStrike">
              <a:solidFill>
                <a:srgbClr val="15193E"/>
              </a:solidFill>
              <a:latin typeface="Arial"/>
              <a:ea typeface="Arial"/>
              <a:cs typeface="Arial"/>
              <a:sym typeface="Arial"/>
            </a:endParaRPr>
          </a:p>
          <a:p>
            <a:pPr indent="-389900" lvl="1" marL="779800" marR="0" rtl="0" algn="l">
              <a:lnSpc>
                <a:spcPct val="120022"/>
              </a:lnSpc>
              <a:spcBef>
                <a:spcPts val="0"/>
              </a:spcBef>
              <a:spcAft>
                <a:spcPts val="0"/>
              </a:spcAft>
              <a:buClr>
                <a:srgbClr val="15193E"/>
              </a:buClr>
              <a:buSzPts val="3611"/>
              <a:buFont typeface="Arial"/>
              <a:buChar char="•"/>
            </a:pPr>
            <a:r>
              <a:rPr b="0" i="0" lang="en-US" sz="3611" u="none" cap="none" strike="noStrike">
                <a:solidFill>
                  <a:srgbClr val="15193E"/>
                </a:solidFill>
                <a:latin typeface="Arial"/>
                <a:ea typeface="Arial"/>
                <a:cs typeface="Arial"/>
                <a:sym typeface="Arial"/>
              </a:rPr>
              <a:t>Microsoft Azure</a:t>
            </a:r>
            <a:endParaRPr/>
          </a:p>
          <a:p>
            <a:pPr indent="-389900" lvl="1" marL="779800" marR="0" rtl="0" algn="l">
              <a:lnSpc>
                <a:spcPct val="120022"/>
              </a:lnSpc>
              <a:spcBef>
                <a:spcPts val="0"/>
              </a:spcBef>
              <a:spcAft>
                <a:spcPts val="0"/>
              </a:spcAft>
              <a:buClr>
                <a:srgbClr val="15193E"/>
              </a:buClr>
              <a:buSzPts val="3611"/>
              <a:buFont typeface="Arial"/>
              <a:buChar char="•"/>
            </a:pPr>
            <a:r>
              <a:rPr b="0" i="0" lang="en-US" sz="3611" u="none" cap="none" strike="noStrike">
                <a:solidFill>
                  <a:srgbClr val="15193E"/>
                </a:solidFill>
                <a:latin typeface="Arial"/>
                <a:ea typeface="Arial"/>
                <a:cs typeface="Arial"/>
                <a:sym typeface="Arial"/>
              </a:rPr>
              <a:t>Vercel</a:t>
            </a:r>
            <a:endParaRPr/>
          </a:p>
          <a:p>
            <a:pPr indent="-389900" lvl="1" marL="779800" marR="0" rtl="0" algn="l">
              <a:lnSpc>
                <a:spcPct val="120022"/>
              </a:lnSpc>
              <a:spcBef>
                <a:spcPts val="0"/>
              </a:spcBef>
              <a:spcAft>
                <a:spcPts val="0"/>
              </a:spcAft>
              <a:buClr>
                <a:srgbClr val="15193E"/>
              </a:buClr>
              <a:buSzPts val="3611"/>
              <a:buFont typeface="Arial"/>
              <a:buChar char="•"/>
            </a:pPr>
            <a:r>
              <a:rPr b="0" i="0" lang="en-US" sz="3611" u="none" cap="none" strike="noStrike">
                <a:solidFill>
                  <a:srgbClr val="15193E"/>
                </a:solidFill>
                <a:latin typeface="Arial"/>
                <a:ea typeface="Arial"/>
                <a:cs typeface="Arial"/>
                <a:sym typeface="Arial"/>
              </a:rPr>
              <a:t>Django</a:t>
            </a:r>
            <a:endParaRPr/>
          </a:p>
          <a:p>
            <a:pPr indent="-389900" lvl="1" marL="779800" marR="0" rtl="0" algn="l">
              <a:lnSpc>
                <a:spcPct val="120022"/>
              </a:lnSpc>
              <a:spcBef>
                <a:spcPts val="0"/>
              </a:spcBef>
              <a:spcAft>
                <a:spcPts val="0"/>
              </a:spcAft>
              <a:buClr>
                <a:srgbClr val="15193E"/>
              </a:buClr>
              <a:buSzPts val="3611"/>
              <a:buFont typeface="Arial"/>
              <a:buChar char="•"/>
            </a:pPr>
            <a:r>
              <a:rPr b="0" i="0" lang="en-US" sz="3611" u="none" cap="none" strike="noStrike">
                <a:solidFill>
                  <a:srgbClr val="15193E"/>
                </a:solidFill>
                <a:latin typeface="Arial"/>
                <a:ea typeface="Arial"/>
                <a:cs typeface="Arial"/>
                <a:sym typeface="Arial"/>
              </a:rPr>
              <a:t>MariaDB</a:t>
            </a:r>
            <a:endParaRPr/>
          </a:p>
        </p:txBody>
      </p:sp>
      <p:grpSp>
        <p:nvGrpSpPr>
          <p:cNvPr id="378" name="Google Shape;378;p15"/>
          <p:cNvGrpSpPr/>
          <p:nvPr/>
        </p:nvGrpSpPr>
        <p:grpSpPr>
          <a:xfrm>
            <a:off x="6972726" y="3680198"/>
            <a:ext cx="4956085" cy="4881759"/>
            <a:chOff x="0" y="-38100"/>
            <a:chExt cx="1477228" cy="1455074"/>
          </a:xfrm>
        </p:grpSpPr>
        <p:sp>
          <p:nvSpPr>
            <p:cNvPr id="379" name="Google Shape;379;p15"/>
            <p:cNvSpPr/>
            <p:nvPr/>
          </p:nvSpPr>
          <p:spPr>
            <a:xfrm>
              <a:off x="0" y="0"/>
              <a:ext cx="1477228" cy="1416974"/>
            </a:xfrm>
            <a:custGeom>
              <a:rect b="b" l="l" r="r" t="t"/>
              <a:pathLst>
                <a:path extrusionOk="0" h="1416974" w="1477228">
                  <a:moveTo>
                    <a:pt x="34366" y="0"/>
                  </a:moveTo>
                  <a:lnTo>
                    <a:pt x="1442861" y="0"/>
                  </a:lnTo>
                  <a:cubicBezTo>
                    <a:pt x="1461841" y="0"/>
                    <a:pt x="1477228" y="15386"/>
                    <a:pt x="1477228" y="34366"/>
                  </a:cubicBezTo>
                  <a:lnTo>
                    <a:pt x="1477228" y="1382608"/>
                  </a:lnTo>
                  <a:cubicBezTo>
                    <a:pt x="1477228" y="1391722"/>
                    <a:pt x="1473607" y="1400464"/>
                    <a:pt x="1467162" y="1406909"/>
                  </a:cubicBezTo>
                  <a:cubicBezTo>
                    <a:pt x="1460717" y="1413353"/>
                    <a:pt x="1451976" y="1416974"/>
                    <a:pt x="1442861" y="1416974"/>
                  </a:cubicBezTo>
                  <a:lnTo>
                    <a:pt x="34366" y="1416974"/>
                  </a:lnTo>
                  <a:cubicBezTo>
                    <a:pt x="15386" y="1416974"/>
                    <a:pt x="0" y="1401588"/>
                    <a:pt x="0" y="1382608"/>
                  </a:cubicBezTo>
                  <a:lnTo>
                    <a:pt x="0" y="34366"/>
                  </a:lnTo>
                  <a:cubicBezTo>
                    <a:pt x="0" y="15386"/>
                    <a:pt x="15386" y="0"/>
                    <a:pt x="34366" y="0"/>
                  </a:cubicBezTo>
                  <a:close/>
                </a:path>
              </a:pathLst>
            </a:custGeom>
            <a:solidFill>
              <a:srgbClr val="D1D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5"/>
            <p:cNvSpPr txBox="1"/>
            <p:nvPr/>
          </p:nvSpPr>
          <p:spPr>
            <a:xfrm>
              <a:off x="0" y="-38100"/>
              <a:ext cx="1477228" cy="145507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1" name="Google Shape;381;p15"/>
          <p:cNvGrpSpPr/>
          <p:nvPr/>
        </p:nvGrpSpPr>
        <p:grpSpPr>
          <a:xfrm>
            <a:off x="12998063" y="3680198"/>
            <a:ext cx="4956085" cy="4881759"/>
            <a:chOff x="0" y="-38100"/>
            <a:chExt cx="1477228" cy="1455074"/>
          </a:xfrm>
        </p:grpSpPr>
        <p:sp>
          <p:nvSpPr>
            <p:cNvPr id="382" name="Google Shape;382;p15"/>
            <p:cNvSpPr/>
            <p:nvPr/>
          </p:nvSpPr>
          <p:spPr>
            <a:xfrm>
              <a:off x="0" y="0"/>
              <a:ext cx="1477228" cy="1416974"/>
            </a:xfrm>
            <a:custGeom>
              <a:rect b="b" l="l" r="r" t="t"/>
              <a:pathLst>
                <a:path extrusionOk="0" h="1416974" w="1477228">
                  <a:moveTo>
                    <a:pt x="34366" y="0"/>
                  </a:moveTo>
                  <a:lnTo>
                    <a:pt x="1442861" y="0"/>
                  </a:lnTo>
                  <a:cubicBezTo>
                    <a:pt x="1461841" y="0"/>
                    <a:pt x="1477228" y="15386"/>
                    <a:pt x="1477228" y="34366"/>
                  </a:cubicBezTo>
                  <a:lnTo>
                    <a:pt x="1477228" y="1382608"/>
                  </a:lnTo>
                  <a:cubicBezTo>
                    <a:pt x="1477228" y="1391722"/>
                    <a:pt x="1473607" y="1400464"/>
                    <a:pt x="1467162" y="1406909"/>
                  </a:cubicBezTo>
                  <a:cubicBezTo>
                    <a:pt x="1460717" y="1413353"/>
                    <a:pt x="1451976" y="1416974"/>
                    <a:pt x="1442861" y="1416974"/>
                  </a:cubicBezTo>
                  <a:lnTo>
                    <a:pt x="34366" y="1416974"/>
                  </a:lnTo>
                  <a:cubicBezTo>
                    <a:pt x="15386" y="1416974"/>
                    <a:pt x="0" y="1401588"/>
                    <a:pt x="0" y="1382608"/>
                  </a:cubicBezTo>
                  <a:lnTo>
                    <a:pt x="0" y="34366"/>
                  </a:lnTo>
                  <a:cubicBezTo>
                    <a:pt x="0" y="15386"/>
                    <a:pt x="15386" y="0"/>
                    <a:pt x="34366" y="0"/>
                  </a:cubicBezTo>
                  <a:close/>
                </a:path>
              </a:pathLst>
            </a:custGeom>
            <a:solidFill>
              <a:srgbClr val="D1D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txBox="1"/>
            <p:nvPr/>
          </p:nvSpPr>
          <p:spPr>
            <a:xfrm>
              <a:off x="0" y="-38100"/>
              <a:ext cx="1477228" cy="145507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4" name="Google Shape;384;p15"/>
          <p:cNvSpPr txBox="1"/>
          <p:nvPr/>
        </p:nvSpPr>
        <p:spPr>
          <a:xfrm>
            <a:off x="7312813" y="4177457"/>
            <a:ext cx="4275911" cy="2771775"/>
          </a:xfrm>
          <a:prstGeom prst="rect">
            <a:avLst/>
          </a:prstGeom>
          <a:noFill/>
          <a:ln>
            <a:noFill/>
          </a:ln>
        </p:spPr>
        <p:txBody>
          <a:bodyPr anchorCtr="0" anchor="t" bIns="0" lIns="0" spcFirstLastPara="1" rIns="0" wrap="square" tIns="0">
            <a:spAutoFit/>
          </a:bodyPr>
          <a:lstStyle/>
          <a:p>
            <a:pPr indent="0" lvl="0" marL="0" marR="0" rtl="0" algn="l">
              <a:lnSpc>
                <a:spcPct val="120022"/>
              </a:lnSpc>
              <a:spcBef>
                <a:spcPts val="0"/>
              </a:spcBef>
              <a:spcAft>
                <a:spcPts val="0"/>
              </a:spcAft>
              <a:buNone/>
            </a:pPr>
            <a:r>
              <a:rPr b="0" i="0" lang="en-US" sz="3611" u="none" cap="none" strike="noStrike">
                <a:solidFill>
                  <a:srgbClr val="15193E"/>
                </a:solidFill>
                <a:latin typeface="Arial"/>
                <a:ea typeface="Arial"/>
                <a:cs typeface="Arial"/>
                <a:sym typeface="Arial"/>
              </a:rPr>
              <a:t> GitHub y Jira</a:t>
            </a:r>
            <a:endParaRPr/>
          </a:p>
          <a:p>
            <a:pPr indent="0" lvl="0" marL="0" marR="0" rtl="0" algn="l">
              <a:lnSpc>
                <a:spcPct val="120022"/>
              </a:lnSpc>
              <a:spcBef>
                <a:spcPts val="0"/>
              </a:spcBef>
              <a:spcAft>
                <a:spcPts val="0"/>
              </a:spcAft>
              <a:buNone/>
            </a:pPr>
            <a:r>
              <a:t/>
            </a:r>
            <a:endParaRPr b="0" i="0" sz="3611" u="none" cap="none" strike="noStrike">
              <a:solidFill>
                <a:srgbClr val="15193E"/>
              </a:solidFill>
              <a:latin typeface="Arial"/>
              <a:ea typeface="Arial"/>
              <a:cs typeface="Arial"/>
              <a:sym typeface="Arial"/>
            </a:endParaRPr>
          </a:p>
          <a:p>
            <a:pPr indent="-389900" lvl="1" marL="779800" marR="0" rtl="0" algn="l">
              <a:lnSpc>
                <a:spcPct val="120022"/>
              </a:lnSpc>
              <a:spcBef>
                <a:spcPts val="0"/>
              </a:spcBef>
              <a:spcAft>
                <a:spcPts val="0"/>
              </a:spcAft>
              <a:buClr>
                <a:srgbClr val="15193E"/>
              </a:buClr>
              <a:buSzPts val="3611"/>
              <a:buFont typeface="Arial"/>
              <a:buChar char="•"/>
            </a:pPr>
            <a:r>
              <a:rPr b="0" i="0" lang="en-US" sz="3611" u="sng" cap="none" strike="noStrike">
                <a:solidFill>
                  <a:srgbClr val="15193E"/>
                </a:solidFill>
                <a:latin typeface="Arial"/>
                <a:ea typeface="Arial"/>
                <a:cs typeface="Arial"/>
                <a:sym typeface="Arial"/>
                <a:hlinkClick r:id="rId5">
                  <a:extLst>
                    <a:ext uri="{A12FA001-AC4F-418D-AE19-62706E023703}">
                      <ahyp:hlinkClr val="tx"/>
                    </a:ext>
                  </a:extLst>
                </a:hlinkClick>
              </a:rPr>
              <a:t>Repo GitHub</a:t>
            </a:r>
            <a:endParaRPr/>
          </a:p>
          <a:p>
            <a:pPr indent="-389900" lvl="1" marL="779800" marR="0" rtl="0" algn="l">
              <a:lnSpc>
                <a:spcPct val="120022"/>
              </a:lnSpc>
              <a:spcBef>
                <a:spcPts val="0"/>
              </a:spcBef>
              <a:spcAft>
                <a:spcPts val="0"/>
              </a:spcAft>
              <a:buClr>
                <a:srgbClr val="15193E"/>
              </a:buClr>
              <a:buSzPts val="3611"/>
              <a:buFont typeface="Arial"/>
              <a:buChar char="•"/>
            </a:pPr>
            <a:r>
              <a:rPr b="0" i="0" lang="en-US" sz="3611" u="sng" cap="none" strike="noStrike">
                <a:solidFill>
                  <a:srgbClr val="15193E"/>
                </a:solidFill>
                <a:latin typeface="Arial"/>
                <a:ea typeface="Arial"/>
                <a:cs typeface="Arial"/>
                <a:sym typeface="Arial"/>
                <a:hlinkClick r:id="rId6">
                  <a:extLst>
                    <a:ext uri="{A12FA001-AC4F-418D-AE19-62706E023703}">
                      <ahyp:hlinkClr val="tx"/>
                    </a:ext>
                  </a:extLst>
                </a:hlinkClick>
              </a:rPr>
              <a:t>Product backlog Jira</a:t>
            </a:r>
            <a:endParaRPr/>
          </a:p>
        </p:txBody>
      </p:sp>
      <p:sp>
        <p:nvSpPr>
          <p:cNvPr id="385" name="Google Shape;385;p15"/>
          <p:cNvSpPr txBox="1"/>
          <p:nvPr/>
        </p:nvSpPr>
        <p:spPr>
          <a:xfrm>
            <a:off x="13338150" y="4177457"/>
            <a:ext cx="4365885" cy="3552825"/>
          </a:xfrm>
          <a:prstGeom prst="rect">
            <a:avLst/>
          </a:prstGeom>
          <a:noFill/>
          <a:ln>
            <a:noFill/>
          </a:ln>
        </p:spPr>
        <p:txBody>
          <a:bodyPr anchorCtr="0" anchor="t" bIns="0" lIns="0" spcFirstLastPara="1" rIns="0" wrap="square" tIns="0">
            <a:spAutoFit/>
          </a:bodyPr>
          <a:lstStyle/>
          <a:p>
            <a:pPr indent="0" lvl="0" marL="0" marR="0" rtl="0" algn="l">
              <a:lnSpc>
                <a:spcPct val="120022"/>
              </a:lnSpc>
              <a:spcBef>
                <a:spcPts val="0"/>
              </a:spcBef>
              <a:spcAft>
                <a:spcPts val="0"/>
              </a:spcAft>
              <a:buNone/>
            </a:pPr>
            <a:r>
              <a:rPr b="0" i="0" lang="en-US" sz="3611" u="none" cap="none" strike="noStrike">
                <a:solidFill>
                  <a:srgbClr val="15193E"/>
                </a:solidFill>
                <a:latin typeface="Arial"/>
                <a:ea typeface="Arial"/>
                <a:cs typeface="Arial"/>
                <a:sym typeface="Arial"/>
              </a:rPr>
              <a:t>Tecnologías de Integración</a:t>
            </a:r>
            <a:endParaRPr/>
          </a:p>
          <a:p>
            <a:pPr indent="0" lvl="0" marL="0" marR="0" rtl="0" algn="l">
              <a:lnSpc>
                <a:spcPct val="120022"/>
              </a:lnSpc>
              <a:spcBef>
                <a:spcPts val="0"/>
              </a:spcBef>
              <a:spcAft>
                <a:spcPts val="0"/>
              </a:spcAft>
              <a:buNone/>
            </a:pPr>
            <a:r>
              <a:t/>
            </a:r>
            <a:endParaRPr b="0" i="0" sz="3611" u="none" cap="none" strike="noStrike">
              <a:solidFill>
                <a:srgbClr val="15193E"/>
              </a:solidFill>
              <a:latin typeface="Arial"/>
              <a:ea typeface="Arial"/>
              <a:cs typeface="Arial"/>
              <a:sym typeface="Arial"/>
            </a:endParaRPr>
          </a:p>
          <a:p>
            <a:pPr indent="-389900" lvl="1" marL="779800" marR="0" rtl="0" algn="l">
              <a:lnSpc>
                <a:spcPct val="120022"/>
              </a:lnSpc>
              <a:spcBef>
                <a:spcPts val="0"/>
              </a:spcBef>
              <a:spcAft>
                <a:spcPts val="0"/>
              </a:spcAft>
              <a:buClr>
                <a:srgbClr val="15193E"/>
              </a:buClr>
              <a:buSzPts val="3611"/>
              <a:buFont typeface="Arial"/>
              <a:buChar char="•"/>
            </a:pPr>
            <a:r>
              <a:rPr b="0" i="0" lang="en-US" sz="3611" u="none" cap="none" strike="noStrike">
                <a:solidFill>
                  <a:srgbClr val="15193E"/>
                </a:solidFill>
                <a:latin typeface="Arial"/>
                <a:ea typeface="Arial"/>
                <a:cs typeface="Arial"/>
                <a:sym typeface="Arial"/>
              </a:rPr>
              <a:t>API de pago Transbank/WebPay Plus</a:t>
            </a:r>
            <a:endParaRPr/>
          </a:p>
          <a:p>
            <a:pPr indent="0" lvl="0" marL="0" marR="0" rtl="0" algn="l">
              <a:lnSpc>
                <a:spcPct val="52035"/>
              </a:lnSpc>
              <a:spcBef>
                <a:spcPts val="0"/>
              </a:spcBef>
              <a:spcAft>
                <a:spcPts val="0"/>
              </a:spcAft>
              <a:buNone/>
            </a:pPr>
            <a:r>
              <a:t/>
            </a:r>
            <a:endParaRPr b="0" i="0" sz="3611" u="none" cap="none" strike="noStrike">
              <a:solidFill>
                <a:srgbClr val="15193E"/>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20"/>
        </a:solidFill>
      </p:bgPr>
    </p:bg>
    <p:spTree>
      <p:nvGrpSpPr>
        <p:cNvPr id="389" name="Shape 389"/>
        <p:cNvGrpSpPr/>
        <p:nvPr/>
      </p:nvGrpSpPr>
      <p:grpSpPr>
        <a:xfrm>
          <a:off x="0" y="0"/>
          <a:ext cx="0" cy="0"/>
          <a:chOff x="0" y="0"/>
          <a:chExt cx="0" cy="0"/>
        </a:xfrm>
      </p:grpSpPr>
      <p:sp>
        <p:nvSpPr>
          <p:cNvPr id="390" name="Google Shape;390;p16"/>
          <p:cNvSpPr/>
          <p:nvPr/>
        </p:nvSpPr>
        <p:spPr>
          <a:xfrm>
            <a:off x="-127795"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391" name="Google Shape;391;p16"/>
          <p:cNvSpPr/>
          <p:nvPr/>
        </p:nvSpPr>
        <p:spPr>
          <a:xfrm>
            <a:off x="-1060994" y="451930"/>
            <a:ext cx="2789693" cy="1658599"/>
          </a:xfrm>
          <a:custGeom>
            <a:rect b="b" l="l" r="r" t="t"/>
            <a:pathLst>
              <a:path extrusionOk="0" h="1658599" w="2789693">
                <a:moveTo>
                  <a:pt x="0" y="0"/>
                </a:moveTo>
                <a:lnTo>
                  <a:pt x="2789692" y="0"/>
                </a:lnTo>
                <a:lnTo>
                  <a:pt x="2789692" y="1658600"/>
                </a:lnTo>
                <a:lnTo>
                  <a:pt x="0" y="1658600"/>
                </a:lnTo>
                <a:lnTo>
                  <a:pt x="0" y="0"/>
                </a:lnTo>
                <a:close/>
              </a:path>
            </a:pathLst>
          </a:custGeom>
          <a:blipFill rotWithShape="1">
            <a:blip r:embed="rId3">
              <a:alphaModFix/>
            </a:blip>
            <a:stretch>
              <a:fillRect b="0" l="0" r="0" t="0"/>
            </a:stretch>
          </a:blipFill>
          <a:ln>
            <a:noFill/>
          </a:ln>
        </p:spPr>
      </p:sp>
      <p:sp>
        <p:nvSpPr>
          <p:cNvPr id="392" name="Google Shape;392;p16"/>
          <p:cNvSpPr/>
          <p:nvPr/>
        </p:nvSpPr>
        <p:spPr>
          <a:xfrm>
            <a:off x="-847471" y="-422617"/>
            <a:ext cx="2362646" cy="1404701"/>
          </a:xfrm>
          <a:custGeom>
            <a:rect b="b" l="l" r="r" t="t"/>
            <a:pathLst>
              <a:path extrusionOk="0" h="1404701" w="2362646">
                <a:moveTo>
                  <a:pt x="0" y="0"/>
                </a:moveTo>
                <a:lnTo>
                  <a:pt x="2362646" y="0"/>
                </a:lnTo>
                <a:lnTo>
                  <a:pt x="2362646" y="1404701"/>
                </a:lnTo>
                <a:lnTo>
                  <a:pt x="0" y="1404701"/>
                </a:lnTo>
                <a:lnTo>
                  <a:pt x="0" y="0"/>
                </a:lnTo>
                <a:close/>
              </a:path>
            </a:pathLst>
          </a:custGeom>
          <a:blipFill rotWithShape="1">
            <a:blip r:embed="rId3">
              <a:alphaModFix/>
            </a:blip>
            <a:stretch>
              <a:fillRect b="0" l="0" r="0" t="0"/>
            </a:stretch>
          </a:blipFill>
          <a:ln>
            <a:noFill/>
          </a:ln>
        </p:spPr>
      </p:sp>
      <p:sp>
        <p:nvSpPr>
          <p:cNvPr id="393" name="Google Shape;393;p16"/>
          <p:cNvSpPr/>
          <p:nvPr/>
        </p:nvSpPr>
        <p:spPr>
          <a:xfrm rot="10800000">
            <a:off x="15682795" y="9177967"/>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394" name="Google Shape;394;p16"/>
          <p:cNvSpPr/>
          <p:nvPr/>
        </p:nvSpPr>
        <p:spPr>
          <a:xfrm rot="10800000">
            <a:off x="16559302" y="8234368"/>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395" name="Google Shape;395;p16"/>
          <p:cNvSpPr/>
          <p:nvPr/>
        </p:nvSpPr>
        <p:spPr>
          <a:xfrm rot="10800000">
            <a:off x="16772825" y="9238143"/>
            <a:ext cx="2362646" cy="1404701"/>
          </a:xfrm>
          <a:custGeom>
            <a:rect b="b" l="l" r="r" t="t"/>
            <a:pathLst>
              <a:path extrusionOk="0" h="1404701" w="2362646">
                <a:moveTo>
                  <a:pt x="2362646" y="1404701"/>
                </a:moveTo>
                <a:lnTo>
                  <a:pt x="0" y="1404701"/>
                </a:lnTo>
                <a:lnTo>
                  <a:pt x="0" y="0"/>
                </a:lnTo>
                <a:lnTo>
                  <a:pt x="2362646" y="0"/>
                </a:lnTo>
                <a:lnTo>
                  <a:pt x="2362646" y="1404701"/>
                </a:lnTo>
                <a:close/>
              </a:path>
            </a:pathLst>
          </a:custGeom>
          <a:blipFill rotWithShape="1">
            <a:blip r:embed="rId3">
              <a:alphaModFix/>
            </a:blip>
            <a:stretch>
              <a:fillRect b="0" l="0" r="0" t="0"/>
            </a:stretch>
          </a:blipFill>
          <a:ln>
            <a:noFill/>
          </a:ln>
        </p:spPr>
      </p:sp>
      <p:cxnSp>
        <p:nvCxnSpPr>
          <p:cNvPr id="396" name="Google Shape;396;p16"/>
          <p:cNvCxnSpPr/>
          <p:nvPr/>
        </p:nvCxnSpPr>
        <p:spPr>
          <a:xfrm>
            <a:off x="1728698" y="9509500"/>
            <a:ext cx="5678302" cy="0"/>
          </a:xfrm>
          <a:prstGeom prst="straightConnector1">
            <a:avLst/>
          </a:prstGeom>
          <a:noFill/>
          <a:ln cap="flat" cmpd="sng" w="19050">
            <a:solidFill>
              <a:srgbClr val="E4E5EC"/>
            </a:solidFill>
            <a:prstDash val="solid"/>
            <a:round/>
            <a:headEnd len="sm" w="sm" type="none"/>
            <a:tailEnd len="sm" w="sm" type="none"/>
          </a:ln>
        </p:spPr>
      </p:cxnSp>
      <p:cxnSp>
        <p:nvCxnSpPr>
          <p:cNvPr id="397" name="Google Shape;397;p16"/>
          <p:cNvCxnSpPr/>
          <p:nvPr/>
        </p:nvCxnSpPr>
        <p:spPr>
          <a:xfrm>
            <a:off x="10539031" y="9519025"/>
            <a:ext cx="5678302" cy="0"/>
          </a:xfrm>
          <a:prstGeom prst="straightConnector1">
            <a:avLst/>
          </a:prstGeom>
          <a:noFill/>
          <a:ln cap="flat" cmpd="sng" w="19050">
            <a:solidFill>
              <a:srgbClr val="E4E5EC"/>
            </a:solidFill>
            <a:prstDash val="solid"/>
            <a:round/>
            <a:headEnd len="sm" w="sm" type="none"/>
            <a:tailEnd len="sm" w="sm" type="none"/>
          </a:ln>
        </p:spPr>
      </p:cxnSp>
      <p:sp>
        <p:nvSpPr>
          <p:cNvPr id="398" name="Google Shape;398;p16"/>
          <p:cNvSpPr/>
          <p:nvPr/>
        </p:nvSpPr>
        <p:spPr>
          <a:xfrm>
            <a:off x="681276" y="2447995"/>
            <a:ext cx="16925448" cy="6749022"/>
          </a:xfrm>
          <a:custGeom>
            <a:rect b="b" l="l" r="r" t="t"/>
            <a:pathLst>
              <a:path extrusionOk="0" h="6749022" w="16925448">
                <a:moveTo>
                  <a:pt x="0" y="0"/>
                </a:moveTo>
                <a:lnTo>
                  <a:pt x="16925448" y="0"/>
                </a:lnTo>
                <a:lnTo>
                  <a:pt x="16925448" y="6749022"/>
                </a:lnTo>
                <a:lnTo>
                  <a:pt x="0" y="6749022"/>
                </a:lnTo>
                <a:lnTo>
                  <a:pt x="0" y="0"/>
                </a:lnTo>
                <a:close/>
              </a:path>
            </a:pathLst>
          </a:custGeom>
          <a:blipFill rotWithShape="1">
            <a:blip r:embed="rId4">
              <a:alphaModFix/>
            </a:blip>
            <a:stretch>
              <a:fillRect b="0" l="0" r="0" t="0"/>
            </a:stretch>
          </a:blipFill>
          <a:ln>
            <a:noFill/>
          </a:ln>
        </p:spPr>
      </p:sp>
      <p:sp>
        <p:nvSpPr>
          <p:cNvPr id="399" name="Google Shape;399;p16"/>
          <p:cNvSpPr txBox="1"/>
          <p:nvPr/>
        </p:nvSpPr>
        <p:spPr>
          <a:xfrm>
            <a:off x="1639547" y="1437684"/>
            <a:ext cx="6816548"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0F2FD"/>
                </a:solidFill>
                <a:latin typeface="Ultra"/>
                <a:ea typeface="Ultra"/>
                <a:cs typeface="Ultra"/>
                <a:sym typeface="Ultra"/>
              </a:rPr>
              <a:t>DIAGRAMA  DE </a:t>
            </a:r>
            <a:endParaRPr/>
          </a:p>
        </p:txBody>
      </p:sp>
      <p:sp>
        <p:nvSpPr>
          <p:cNvPr id="400" name="Google Shape;400;p16"/>
          <p:cNvSpPr txBox="1"/>
          <p:nvPr/>
        </p:nvSpPr>
        <p:spPr>
          <a:xfrm>
            <a:off x="7758384" y="1437684"/>
            <a:ext cx="6816548" cy="1678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FB02C"/>
                </a:solidFill>
                <a:latin typeface="Ultra"/>
                <a:ea typeface="Ultra"/>
                <a:cs typeface="Ultra"/>
                <a:sym typeface="Ultra"/>
              </a:rPr>
              <a:t>BPMN</a:t>
            </a:r>
            <a:endParaRPr/>
          </a:p>
          <a:p>
            <a:pPr indent="0" lvl="0" marL="0" marR="0" rtl="0" algn="l">
              <a:lnSpc>
                <a:spcPct val="93999"/>
              </a:lnSpc>
              <a:spcBef>
                <a:spcPts val="0"/>
              </a:spcBef>
              <a:spcAft>
                <a:spcPts val="0"/>
              </a:spcAft>
              <a:buNone/>
            </a:pPr>
            <a:r>
              <a:t/>
            </a:r>
            <a:endParaRPr b="1" i="0" sz="6399" u="none" cap="none" strike="noStrike">
              <a:solidFill>
                <a:srgbClr val="FFB02C"/>
              </a:solidFill>
              <a:latin typeface="Ultra"/>
              <a:ea typeface="Ultra"/>
              <a:cs typeface="Ultra"/>
              <a:sym typeface="Ultra"/>
            </a:endParaRPr>
          </a:p>
        </p:txBody>
      </p:sp>
      <p:sp>
        <p:nvSpPr>
          <p:cNvPr id="401" name="Google Shape;401;p16"/>
          <p:cNvSpPr txBox="1"/>
          <p:nvPr/>
        </p:nvSpPr>
        <p:spPr>
          <a:xfrm>
            <a:off x="10303945" y="1749238"/>
            <a:ext cx="3920948" cy="384432"/>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US" sz="2700" u="none" cap="none" strike="noStrike">
                <a:solidFill>
                  <a:srgbClr val="F0F2FD"/>
                </a:solidFill>
                <a:latin typeface="Arial"/>
                <a:ea typeface="Arial"/>
                <a:cs typeface="Arial"/>
                <a:sym typeface="Arial"/>
              </a:rPr>
              <a:t>PROCESO A MEJORAR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20"/>
        </a:solidFill>
      </p:bgPr>
    </p:bg>
    <p:spTree>
      <p:nvGrpSpPr>
        <p:cNvPr id="405" name="Shape 405"/>
        <p:cNvGrpSpPr/>
        <p:nvPr/>
      </p:nvGrpSpPr>
      <p:grpSpPr>
        <a:xfrm>
          <a:off x="0" y="0"/>
          <a:ext cx="0" cy="0"/>
          <a:chOff x="0" y="0"/>
          <a:chExt cx="0" cy="0"/>
        </a:xfrm>
      </p:grpSpPr>
      <p:sp>
        <p:nvSpPr>
          <p:cNvPr id="406" name="Google Shape;406;p17"/>
          <p:cNvSpPr/>
          <p:nvPr/>
        </p:nvSpPr>
        <p:spPr>
          <a:xfrm>
            <a:off x="-127795"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407" name="Google Shape;407;p17"/>
          <p:cNvSpPr/>
          <p:nvPr/>
        </p:nvSpPr>
        <p:spPr>
          <a:xfrm>
            <a:off x="-1060994" y="451930"/>
            <a:ext cx="2789693" cy="1658599"/>
          </a:xfrm>
          <a:custGeom>
            <a:rect b="b" l="l" r="r" t="t"/>
            <a:pathLst>
              <a:path extrusionOk="0" h="1658599" w="2789693">
                <a:moveTo>
                  <a:pt x="0" y="0"/>
                </a:moveTo>
                <a:lnTo>
                  <a:pt x="2789692" y="0"/>
                </a:lnTo>
                <a:lnTo>
                  <a:pt x="2789692" y="1658600"/>
                </a:lnTo>
                <a:lnTo>
                  <a:pt x="0" y="1658600"/>
                </a:lnTo>
                <a:lnTo>
                  <a:pt x="0" y="0"/>
                </a:lnTo>
                <a:close/>
              </a:path>
            </a:pathLst>
          </a:custGeom>
          <a:blipFill rotWithShape="1">
            <a:blip r:embed="rId3">
              <a:alphaModFix/>
            </a:blip>
            <a:stretch>
              <a:fillRect b="0" l="0" r="0" t="0"/>
            </a:stretch>
          </a:blipFill>
          <a:ln>
            <a:noFill/>
          </a:ln>
        </p:spPr>
      </p:sp>
      <p:sp>
        <p:nvSpPr>
          <p:cNvPr id="408" name="Google Shape;408;p17"/>
          <p:cNvSpPr/>
          <p:nvPr/>
        </p:nvSpPr>
        <p:spPr>
          <a:xfrm>
            <a:off x="-847471" y="-422617"/>
            <a:ext cx="2362646" cy="1404701"/>
          </a:xfrm>
          <a:custGeom>
            <a:rect b="b" l="l" r="r" t="t"/>
            <a:pathLst>
              <a:path extrusionOk="0" h="1404701" w="2362646">
                <a:moveTo>
                  <a:pt x="0" y="0"/>
                </a:moveTo>
                <a:lnTo>
                  <a:pt x="2362646" y="0"/>
                </a:lnTo>
                <a:lnTo>
                  <a:pt x="2362646" y="1404701"/>
                </a:lnTo>
                <a:lnTo>
                  <a:pt x="0" y="1404701"/>
                </a:lnTo>
                <a:lnTo>
                  <a:pt x="0" y="0"/>
                </a:lnTo>
                <a:close/>
              </a:path>
            </a:pathLst>
          </a:custGeom>
          <a:blipFill rotWithShape="1">
            <a:blip r:embed="rId3">
              <a:alphaModFix/>
            </a:blip>
            <a:stretch>
              <a:fillRect b="0" l="0" r="0" t="0"/>
            </a:stretch>
          </a:blipFill>
          <a:ln>
            <a:noFill/>
          </a:ln>
        </p:spPr>
      </p:sp>
      <p:sp>
        <p:nvSpPr>
          <p:cNvPr id="409" name="Google Shape;409;p17"/>
          <p:cNvSpPr/>
          <p:nvPr/>
        </p:nvSpPr>
        <p:spPr>
          <a:xfrm rot="10800000">
            <a:off x="15682795" y="9177967"/>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410" name="Google Shape;410;p17"/>
          <p:cNvSpPr/>
          <p:nvPr/>
        </p:nvSpPr>
        <p:spPr>
          <a:xfrm rot="10800000">
            <a:off x="16559302" y="8234368"/>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411" name="Google Shape;411;p17"/>
          <p:cNvSpPr/>
          <p:nvPr/>
        </p:nvSpPr>
        <p:spPr>
          <a:xfrm rot="10800000">
            <a:off x="16772825" y="9238143"/>
            <a:ext cx="2362646" cy="1404701"/>
          </a:xfrm>
          <a:custGeom>
            <a:rect b="b" l="l" r="r" t="t"/>
            <a:pathLst>
              <a:path extrusionOk="0" h="1404701" w="2362646">
                <a:moveTo>
                  <a:pt x="2362646" y="1404701"/>
                </a:moveTo>
                <a:lnTo>
                  <a:pt x="0" y="1404701"/>
                </a:lnTo>
                <a:lnTo>
                  <a:pt x="0" y="0"/>
                </a:lnTo>
                <a:lnTo>
                  <a:pt x="2362646" y="0"/>
                </a:lnTo>
                <a:lnTo>
                  <a:pt x="2362646" y="1404701"/>
                </a:lnTo>
                <a:close/>
              </a:path>
            </a:pathLst>
          </a:custGeom>
          <a:blipFill rotWithShape="1">
            <a:blip r:embed="rId3">
              <a:alphaModFix/>
            </a:blip>
            <a:stretch>
              <a:fillRect b="0" l="0" r="0" t="0"/>
            </a:stretch>
          </a:blipFill>
          <a:ln>
            <a:noFill/>
          </a:ln>
        </p:spPr>
      </p:sp>
      <p:cxnSp>
        <p:nvCxnSpPr>
          <p:cNvPr id="412" name="Google Shape;412;p17"/>
          <p:cNvCxnSpPr/>
          <p:nvPr/>
        </p:nvCxnSpPr>
        <p:spPr>
          <a:xfrm>
            <a:off x="1728698" y="9509500"/>
            <a:ext cx="5678302" cy="0"/>
          </a:xfrm>
          <a:prstGeom prst="straightConnector1">
            <a:avLst/>
          </a:prstGeom>
          <a:noFill/>
          <a:ln cap="flat" cmpd="sng" w="19050">
            <a:solidFill>
              <a:srgbClr val="E4E5EC"/>
            </a:solidFill>
            <a:prstDash val="solid"/>
            <a:round/>
            <a:headEnd len="sm" w="sm" type="none"/>
            <a:tailEnd len="sm" w="sm" type="none"/>
          </a:ln>
        </p:spPr>
      </p:cxnSp>
      <p:cxnSp>
        <p:nvCxnSpPr>
          <p:cNvPr id="413" name="Google Shape;413;p17"/>
          <p:cNvCxnSpPr/>
          <p:nvPr/>
        </p:nvCxnSpPr>
        <p:spPr>
          <a:xfrm>
            <a:off x="10539031" y="9519025"/>
            <a:ext cx="5678302" cy="0"/>
          </a:xfrm>
          <a:prstGeom prst="straightConnector1">
            <a:avLst/>
          </a:prstGeom>
          <a:noFill/>
          <a:ln cap="flat" cmpd="sng" w="19050">
            <a:solidFill>
              <a:srgbClr val="E4E5EC"/>
            </a:solidFill>
            <a:prstDash val="solid"/>
            <a:round/>
            <a:headEnd len="sm" w="sm" type="none"/>
            <a:tailEnd len="sm" w="sm" type="none"/>
          </a:ln>
        </p:spPr>
      </p:cxnSp>
      <p:sp>
        <p:nvSpPr>
          <p:cNvPr id="414" name="Google Shape;414;p17"/>
          <p:cNvSpPr/>
          <p:nvPr/>
        </p:nvSpPr>
        <p:spPr>
          <a:xfrm>
            <a:off x="5925261" y="2549855"/>
            <a:ext cx="6437478" cy="6688289"/>
          </a:xfrm>
          <a:custGeom>
            <a:rect b="b" l="l" r="r" t="t"/>
            <a:pathLst>
              <a:path extrusionOk="0" h="6688289" w="6437478">
                <a:moveTo>
                  <a:pt x="0" y="0"/>
                </a:moveTo>
                <a:lnTo>
                  <a:pt x="6437478" y="0"/>
                </a:lnTo>
                <a:lnTo>
                  <a:pt x="6437478" y="6688288"/>
                </a:lnTo>
                <a:lnTo>
                  <a:pt x="0" y="6688288"/>
                </a:lnTo>
                <a:lnTo>
                  <a:pt x="0" y="0"/>
                </a:lnTo>
                <a:close/>
              </a:path>
            </a:pathLst>
          </a:custGeom>
          <a:blipFill rotWithShape="1">
            <a:blip r:embed="rId4">
              <a:alphaModFix/>
            </a:blip>
            <a:stretch>
              <a:fillRect b="0" l="0" r="0" t="0"/>
            </a:stretch>
          </a:blipFill>
          <a:ln>
            <a:noFill/>
          </a:ln>
        </p:spPr>
      </p:sp>
      <p:sp>
        <p:nvSpPr>
          <p:cNvPr id="415" name="Google Shape;415;p17"/>
          <p:cNvSpPr txBox="1"/>
          <p:nvPr/>
        </p:nvSpPr>
        <p:spPr>
          <a:xfrm>
            <a:off x="1639547" y="1437684"/>
            <a:ext cx="6816548"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0F2FD"/>
                </a:solidFill>
                <a:latin typeface="Ultra"/>
                <a:ea typeface="Ultra"/>
                <a:cs typeface="Ultra"/>
                <a:sym typeface="Ultra"/>
              </a:rPr>
              <a:t>DIAGRAMA  DE </a:t>
            </a:r>
            <a:endParaRPr/>
          </a:p>
        </p:txBody>
      </p:sp>
      <p:sp>
        <p:nvSpPr>
          <p:cNvPr id="416" name="Google Shape;416;p17"/>
          <p:cNvSpPr txBox="1"/>
          <p:nvPr/>
        </p:nvSpPr>
        <p:spPr>
          <a:xfrm>
            <a:off x="7758384" y="1437684"/>
            <a:ext cx="6816548"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FB02C"/>
                </a:solidFill>
                <a:latin typeface="Ultra"/>
                <a:ea typeface="Ultra"/>
                <a:cs typeface="Ultra"/>
                <a:sym typeface="Ultra"/>
              </a:rPr>
              <a:t>CASO DE USO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20"/>
        </a:solidFill>
      </p:bgPr>
    </p:bg>
    <p:spTree>
      <p:nvGrpSpPr>
        <p:cNvPr id="420" name="Shape 420"/>
        <p:cNvGrpSpPr/>
        <p:nvPr/>
      </p:nvGrpSpPr>
      <p:grpSpPr>
        <a:xfrm>
          <a:off x="0" y="0"/>
          <a:ext cx="0" cy="0"/>
          <a:chOff x="0" y="0"/>
          <a:chExt cx="0" cy="0"/>
        </a:xfrm>
      </p:grpSpPr>
      <p:sp>
        <p:nvSpPr>
          <p:cNvPr id="421" name="Google Shape;421;p18"/>
          <p:cNvSpPr/>
          <p:nvPr/>
        </p:nvSpPr>
        <p:spPr>
          <a:xfrm>
            <a:off x="-127795"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422" name="Google Shape;422;p18"/>
          <p:cNvSpPr/>
          <p:nvPr/>
        </p:nvSpPr>
        <p:spPr>
          <a:xfrm>
            <a:off x="-1060994" y="451930"/>
            <a:ext cx="2789693" cy="1658599"/>
          </a:xfrm>
          <a:custGeom>
            <a:rect b="b" l="l" r="r" t="t"/>
            <a:pathLst>
              <a:path extrusionOk="0" h="1658599" w="2789693">
                <a:moveTo>
                  <a:pt x="0" y="0"/>
                </a:moveTo>
                <a:lnTo>
                  <a:pt x="2789692" y="0"/>
                </a:lnTo>
                <a:lnTo>
                  <a:pt x="2789692" y="1658600"/>
                </a:lnTo>
                <a:lnTo>
                  <a:pt x="0" y="1658600"/>
                </a:lnTo>
                <a:lnTo>
                  <a:pt x="0" y="0"/>
                </a:lnTo>
                <a:close/>
              </a:path>
            </a:pathLst>
          </a:custGeom>
          <a:blipFill rotWithShape="1">
            <a:blip r:embed="rId3">
              <a:alphaModFix/>
            </a:blip>
            <a:stretch>
              <a:fillRect b="0" l="0" r="0" t="0"/>
            </a:stretch>
          </a:blipFill>
          <a:ln>
            <a:noFill/>
          </a:ln>
        </p:spPr>
      </p:sp>
      <p:sp>
        <p:nvSpPr>
          <p:cNvPr id="423" name="Google Shape;423;p18"/>
          <p:cNvSpPr/>
          <p:nvPr/>
        </p:nvSpPr>
        <p:spPr>
          <a:xfrm>
            <a:off x="-847471" y="-422617"/>
            <a:ext cx="2362646" cy="1404701"/>
          </a:xfrm>
          <a:custGeom>
            <a:rect b="b" l="l" r="r" t="t"/>
            <a:pathLst>
              <a:path extrusionOk="0" h="1404701" w="2362646">
                <a:moveTo>
                  <a:pt x="0" y="0"/>
                </a:moveTo>
                <a:lnTo>
                  <a:pt x="2362646" y="0"/>
                </a:lnTo>
                <a:lnTo>
                  <a:pt x="2362646" y="1404701"/>
                </a:lnTo>
                <a:lnTo>
                  <a:pt x="0" y="1404701"/>
                </a:lnTo>
                <a:lnTo>
                  <a:pt x="0" y="0"/>
                </a:lnTo>
                <a:close/>
              </a:path>
            </a:pathLst>
          </a:custGeom>
          <a:blipFill rotWithShape="1">
            <a:blip r:embed="rId3">
              <a:alphaModFix/>
            </a:blip>
            <a:stretch>
              <a:fillRect b="0" l="0" r="0" t="0"/>
            </a:stretch>
          </a:blipFill>
          <a:ln>
            <a:noFill/>
          </a:ln>
        </p:spPr>
      </p:sp>
      <p:sp>
        <p:nvSpPr>
          <p:cNvPr id="424" name="Google Shape;424;p18"/>
          <p:cNvSpPr/>
          <p:nvPr/>
        </p:nvSpPr>
        <p:spPr>
          <a:xfrm rot="10800000">
            <a:off x="15682795" y="9177967"/>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425" name="Google Shape;425;p18"/>
          <p:cNvSpPr/>
          <p:nvPr/>
        </p:nvSpPr>
        <p:spPr>
          <a:xfrm rot="10800000">
            <a:off x="16559302" y="8234368"/>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426" name="Google Shape;426;p18"/>
          <p:cNvSpPr/>
          <p:nvPr/>
        </p:nvSpPr>
        <p:spPr>
          <a:xfrm rot="10800000">
            <a:off x="16772825" y="9238143"/>
            <a:ext cx="2362646" cy="1404701"/>
          </a:xfrm>
          <a:custGeom>
            <a:rect b="b" l="l" r="r" t="t"/>
            <a:pathLst>
              <a:path extrusionOk="0" h="1404701" w="2362646">
                <a:moveTo>
                  <a:pt x="2362646" y="1404701"/>
                </a:moveTo>
                <a:lnTo>
                  <a:pt x="0" y="1404701"/>
                </a:lnTo>
                <a:lnTo>
                  <a:pt x="0" y="0"/>
                </a:lnTo>
                <a:lnTo>
                  <a:pt x="2362646" y="0"/>
                </a:lnTo>
                <a:lnTo>
                  <a:pt x="2362646" y="1404701"/>
                </a:lnTo>
                <a:close/>
              </a:path>
            </a:pathLst>
          </a:custGeom>
          <a:blipFill rotWithShape="1">
            <a:blip r:embed="rId3">
              <a:alphaModFix/>
            </a:blip>
            <a:stretch>
              <a:fillRect b="0" l="0" r="0" t="0"/>
            </a:stretch>
          </a:blipFill>
          <a:ln>
            <a:noFill/>
          </a:ln>
        </p:spPr>
      </p:sp>
      <p:cxnSp>
        <p:nvCxnSpPr>
          <p:cNvPr id="427" name="Google Shape;427;p18"/>
          <p:cNvCxnSpPr/>
          <p:nvPr/>
        </p:nvCxnSpPr>
        <p:spPr>
          <a:xfrm>
            <a:off x="1728698" y="9509500"/>
            <a:ext cx="5678302" cy="0"/>
          </a:xfrm>
          <a:prstGeom prst="straightConnector1">
            <a:avLst/>
          </a:prstGeom>
          <a:noFill/>
          <a:ln cap="flat" cmpd="sng" w="19050">
            <a:solidFill>
              <a:srgbClr val="E4E5EC"/>
            </a:solidFill>
            <a:prstDash val="solid"/>
            <a:round/>
            <a:headEnd len="sm" w="sm" type="none"/>
            <a:tailEnd len="sm" w="sm" type="none"/>
          </a:ln>
        </p:spPr>
      </p:cxnSp>
      <p:cxnSp>
        <p:nvCxnSpPr>
          <p:cNvPr id="428" name="Google Shape;428;p18"/>
          <p:cNvCxnSpPr/>
          <p:nvPr/>
        </p:nvCxnSpPr>
        <p:spPr>
          <a:xfrm>
            <a:off x="10539031" y="9519025"/>
            <a:ext cx="5678302" cy="0"/>
          </a:xfrm>
          <a:prstGeom prst="straightConnector1">
            <a:avLst/>
          </a:prstGeom>
          <a:noFill/>
          <a:ln cap="flat" cmpd="sng" w="19050">
            <a:solidFill>
              <a:srgbClr val="E4E5EC"/>
            </a:solidFill>
            <a:prstDash val="solid"/>
            <a:round/>
            <a:headEnd len="sm" w="sm" type="none"/>
            <a:tailEnd len="sm" w="sm" type="none"/>
          </a:ln>
        </p:spPr>
      </p:cxnSp>
      <p:sp>
        <p:nvSpPr>
          <p:cNvPr id="429" name="Google Shape;429;p18"/>
          <p:cNvSpPr/>
          <p:nvPr/>
        </p:nvSpPr>
        <p:spPr>
          <a:xfrm>
            <a:off x="333852" y="2913103"/>
            <a:ext cx="17620296" cy="5462292"/>
          </a:xfrm>
          <a:custGeom>
            <a:rect b="b" l="l" r="r" t="t"/>
            <a:pathLst>
              <a:path extrusionOk="0" h="5462292" w="17620296">
                <a:moveTo>
                  <a:pt x="0" y="0"/>
                </a:moveTo>
                <a:lnTo>
                  <a:pt x="17620296" y="0"/>
                </a:lnTo>
                <a:lnTo>
                  <a:pt x="17620296" y="5462291"/>
                </a:lnTo>
                <a:lnTo>
                  <a:pt x="0" y="5462291"/>
                </a:lnTo>
                <a:lnTo>
                  <a:pt x="0" y="0"/>
                </a:lnTo>
                <a:close/>
              </a:path>
            </a:pathLst>
          </a:custGeom>
          <a:blipFill rotWithShape="1">
            <a:blip r:embed="rId4">
              <a:alphaModFix/>
            </a:blip>
            <a:stretch>
              <a:fillRect b="0" l="0" r="0" t="0"/>
            </a:stretch>
          </a:blipFill>
          <a:ln>
            <a:noFill/>
          </a:ln>
        </p:spPr>
      </p:sp>
      <p:sp>
        <p:nvSpPr>
          <p:cNvPr id="430" name="Google Shape;430;p18"/>
          <p:cNvSpPr txBox="1"/>
          <p:nvPr/>
        </p:nvSpPr>
        <p:spPr>
          <a:xfrm>
            <a:off x="1639547" y="1437684"/>
            <a:ext cx="6816548"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0F2FD"/>
                </a:solidFill>
                <a:latin typeface="Ultra"/>
                <a:ea typeface="Ultra"/>
                <a:cs typeface="Ultra"/>
                <a:sym typeface="Ultra"/>
              </a:rPr>
              <a:t>DIAGRAMA  DE </a:t>
            </a:r>
            <a:endParaRPr/>
          </a:p>
        </p:txBody>
      </p:sp>
      <p:sp>
        <p:nvSpPr>
          <p:cNvPr id="431" name="Google Shape;431;p18"/>
          <p:cNvSpPr txBox="1"/>
          <p:nvPr/>
        </p:nvSpPr>
        <p:spPr>
          <a:xfrm>
            <a:off x="7758384" y="1437684"/>
            <a:ext cx="6816548" cy="916178"/>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6399" u="none" cap="none" strike="noStrike">
                <a:solidFill>
                  <a:srgbClr val="FFB02C"/>
                </a:solidFill>
                <a:latin typeface="Ultra"/>
                <a:ea typeface="Ultra"/>
                <a:cs typeface="Ultra"/>
                <a:sym typeface="Ultra"/>
              </a:rPr>
              <a:t>MER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20"/>
        </a:solidFill>
      </p:bgPr>
    </p:bg>
    <p:spTree>
      <p:nvGrpSpPr>
        <p:cNvPr id="435" name="Shape 435"/>
        <p:cNvGrpSpPr/>
        <p:nvPr/>
      </p:nvGrpSpPr>
      <p:grpSpPr>
        <a:xfrm>
          <a:off x="0" y="0"/>
          <a:ext cx="0" cy="0"/>
          <a:chOff x="0" y="0"/>
          <a:chExt cx="0" cy="0"/>
        </a:xfrm>
      </p:grpSpPr>
      <p:sp>
        <p:nvSpPr>
          <p:cNvPr id="436" name="Google Shape;436;p19"/>
          <p:cNvSpPr/>
          <p:nvPr/>
        </p:nvSpPr>
        <p:spPr>
          <a:xfrm>
            <a:off x="-127795"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437" name="Google Shape;437;p19"/>
          <p:cNvSpPr/>
          <p:nvPr/>
        </p:nvSpPr>
        <p:spPr>
          <a:xfrm>
            <a:off x="-1060994" y="451930"/>
            <a:ext cx="2789693" cy="1658599"/>
          </a:xfrm>
          <a:custGeom>
            <a:rect b="b" l="l" r="r" t="t"/>
            <a:pathLst>
              <a:path extrusionOk="0" h="1658599" w="2789693">
                <a:moveTo>
                  <a:pt x="0" y="0"/>
                </a:moveTo>
                <a:lnTo>
                  <a:pt x="2789692" y="0"/>
                </a:lnTo>
                <a:lnTo>
                  <a:pt x="2789692" y="1658600"/>
                </a:lnTo>
                <a:lnTo>
                  <a:pt x="0" y="1658600"/>
                </a:lnTo>
                <a:lnTo>
                  <a:pt x="0" y="0"/>
                </a:lnTo>
                <a:close/>
              </a:path>
            </a:pathLst>
          </a:custGeom>
          <a:blipFill rotWithShape="1">
            <a:blip r:embed="rId3">
              <a:alphaModFix/>
            </a:blip>
            <a:stretch>
              <a:fillRect b="0" l="0" r="0" t="0"/>
            </a:stretch>
          </a:blipFill>
          <a:ln>
            <a:noFill/>
          </a:ln>
        </p:spPr>
      </p:sp>
      <p:sp>
        <p:nvSpPr>
          <p:cNvPr id="438" name="Google Shape;438;p19"/>
          <p:cNvSpPr/>
          <p:nvPr/>
        </p:nvSpPr>
        <p:spPr>
          <a:xfrm>
            <a:off x="-847471" y="-422617"/>
            <a:ext cx="2362646" cy="1404701"/>
          </a:xfrm>
          <a:custGeom>
            <a:rect b="b" l="l" r="r" t="t"/>
            <a:pathLst>
              <a:path extrusionOk="0" h="1404701" w="2362646">
                <a:moveTo>
                  <a:pt x="0" y="0"/>
                </a:moveTo>
                <a:lnTo>
                  <a:pt x="2362646" y="0"/>
                </a:lnTo>
                <a:lnTo>
                  <a:pt x="2362646" y="1404701"/>
                </a:lnTo>
                <a:lnTo>
                  <a:pt x="0" y="1404701"/>
                </a:lnTo>
                <a:lnTo>
                  <a:pt x="0" y="0"/>
                </a:lnTo>
                <a:close/>
              </a:path>
            </a:pathLst>
          </a:custGeom>
          <a:blipFill rotWithShape="1">
            <a:blip r:embed="rId3">
              <a:alphaModFix/>
            </a:blip>
            <a:stretch>
              <a:fillRect b="0" l="0" r="0" t="0"/>
            </a:stretch>
          </a:blipFill>
          <a:ln>
            <a:noFill/>
          </a:ln>
        </p:spPr>
      </p:sp>
      <p:sp>
        <p:nvSpPr>
          <p:cNvPr id="439" name="Google Shape;439;p19"/>
          <p:cNvSpPr/>
          <p:nvPr/>
        </p:nvSpPr>
        <p:spPr>
          <a:xfrm rot="10800000">
            <a:off x="15682795" y="9177967"/>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440" name="Google Shape;440;p19"/>
          <p:cNvSpPr/>
          <p:nvPr/>
        </p:nvSpPr>
        <p:spPr>
          <a:xfrm rot="10800000">
            <a:off x="16772825" y="9238143"/>
            <a:ext cx="2362646" cy="1404701"/>
          </a:xfrm>
          <a:custGeom>
            <a:rect b="b" l="l" r="r" t="t"/>
            <a:pathLst>
              <a:path extrusionOk="0" h="1404701" w="2362646">
                <a:moveTo>
                  <a:pt x="2362646" y="1404701"/>
                </a:moveTo>
                <a:lnTo>
                  <a:pt x="0" y="1404701"/>
                </a:lnTo>
                <a:lnTo>
                  <a:pt x="0" y="0"/>
                </a:lnTo>
                <a:lnTo>
                  <a:pt x="2362646" y="0"/>
                </a:lnTo>
                <a:lnTo>
                  <a:pt x="2362646" y="1404701"/>
                </a:lnTo>
                <a:close/>
              </a:path>
            </a:pathLst>
          </a:custGeom>
          <a:blipFill rotWithShape="1">
            <a:blip r:embed="rId3">
              <a:alphaModFix/>
            </a:blip>
            <a:stretch>
              <a:fillRect b="0" l="0" r="0" t="0"/>
            </a:stretch>
          </a:blipFill>
          <a:ln>
            <a:noFill/>
          </a:ln>
        </p:spPr>
      </p:sp>
      <p:cxnSp>
        <p:nvCxnSpPr>
          <p:cNvPr id="441" name="Google Shape;441;p19"/>
          <p:cNvCxnSpPr/>
          <p:nvPr/>
        </p:nvCxnSpPr>
        <p:spPr>
          <a:xfrm>
            <a:off x="10539031" y="9519025"/>
            <a:ext cx="5678302" cy="0"/>
          </a:xfrm>
          <a:prstGeom prst="straightConnector1">
            <a:avLst/>
          </a:prstGeom>
          <a:noFill/>
          <a:ln cap="flat" cmpd="sng" w="19050">
            <a:solidFill>
              <a:srgbClr val="E4E5EC"/>
            </a:solidFill>
            <a:prstDash val="solid"/>
            <a:round/>
            <a:headEnd len="sm" w="sm" type="none"/>
            <a:tailEnd len="sm" w="sm" type="none"/>
          </a:ln>
        </p:spPr>
      </p:cxnSp>
      <p:sp>
        <p:nvSpPr>
          <p:cNvPr id="442" name="Google Shape;442;p19"/>
          <p:cNvSpPr/>
          <p:nvPr/>
        </p:nvSpPr>
        <p:spPr>
          <a:xfrm>
            <a:off x="8941508" y="279733"/>
            <a:ext cx="6487968" cy="9660760"/>
          </a:xfrm>
          <a:custGeom>
            <a:rect b="b" l="l" r="r" t="t"/>
            <a:pathLst>
              <a:path extrusionOk="0" h="9660760" w="6487968">
                <a:moveTo>
                  <a:pt x="0" y="0"/>
                </a:moveTo>
                <a:lnTo>
                  <a:pt x="6487968" y="0"/>
                </a:lnTo>
                <a:lnTo>
                  <a:pt x="6487968" y="9660761"/>
                </a:lnTo>
                <a:lnTo>
                  <a:pt x="0" y="9660761"/>
                </a:lnTo>
                <a:lnTo>
                  <a:pt x="0" y="0"/>
                </a:lnTo>
                <a:close/>
              </a:path>
            </a:pathLst>
          </a:custGeom>
          <a:blipFill rotWithShape="1">
            <a:blip r:embed="rId4">
              <a:alphaModFix/>
            </a:blip>
            <a:stretch>
              <a:fillRect b="-317" l="-84214" r="-84935" t="-1360"/>
            </a:stretch>
          </a:blipFill>
          <a:ln>
            <a:noFill/>
          </a:ln>
        </p:spPr>
      </p:sp>
      <p:sp>
        <p:nvSpPr>
          <p:cNvPr id="443" name="Google Shape;443;p19"/>
          <p:cNvSpPr txBox="1"/>
          <p:nvPr/>
        </p:nvSpPr>
        <p:spPr>
          <a:xfrm>
            <a:off x="1383661" y="4210350"/>
            <a:ext cx="5927235" cy="691896"/>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US" sz="4800" u="none" cap="none" strike="noStrike">
                <a:solidFill>
                  <a:srgbClr val="F0F2FD"/>
                </a:solidFill>
                <a:latin typeface="Arial"/>
                <a:ea typeface="Arial"/>
                <a:cs typeface="Arial"/>
                <a:sym typeface="Arial"/>
              </a:rPr>
              <a:t>VISTAS DE USUARIO </a:t>
            </a:r>
            <a:endParaRPr/>
          </a:p>
        </p:txBody>
      </p:sp>
      <p:sp>
        <p:nvSpPr>
          <p:cNvPr id="444" name="Google Shape;444;p19"/>
          <p:cNvSpPr txBox="1"/>
          <p:nvPr/>
        </p:nvSpPr>
        <p:spPr>
          <a:xfrm>
            <a:off x="1383650" y="5571996"/>
            <a:ext cx="6816600" cy="69450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US" sz="4800" u="none" cap="none" strike="noStrike">
                <a:solidFill>
                  <a:srgbClr val="FFB02C"/>
                </a:solidFill>
                <a:latin typeface="Ultra"/>
                <a:ea typeface="Ultra"/>
                <a:cs typeface="Ultra"/>
                <a:sym typeface="Ultra"/>
              </a:rPr>
              <a:t>PRINCIPAL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20"/>
        </a:solidFill>
      </p:bgPr>
    </p:bg>
    <p:spTree>
      <p:nvGrpSpPr>
        <p:cNvPr id="448" name="Shape 448"/>
        <p:cNvGrpSpPr/>
        <p:nvPr/>
      </p:nvGrpSpPr>
      <p:grpSpPr>
        <a:xfrm>
          <a:off x="0" y="0"/>
          <a:ext cx="0" cy="0"/>
          <a:chOff x="0" y="0"/>
          <a:chExt cx="0" cy="0"/>
        </a:xfrm>
      </p:grpSpPr>
      <p:sp>
        <p:nvSpPr>
          <p:cNvPr id="449" name="Google Shape;449;p20"/>
          <p:cNvSpPr/>
          <p:nvPr/>
        </p:nvSpPr>
        <p:spPr>
          <a:xfrm>
            <a:off x="-127795"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3">
              <a:alphaModFix/>
            </a:blip>
            <a:stretch>
              <a:fillRect b="0" l="0" r="0" t="0"/>
            </a:stretch>
          </a:blipFill>
          <a:ln>
            <a:noFill/>
          </a:ln>
        </p:spPr>
      </p:sp>
      <p:sp>
        <p:nvSpPr>
          <p:cNvPr id="450" name="Google Shape;450;p20"/>
          <p:cNvSpPr/>
          <p:nvPr/>
        </p:nvSpPr>
        <p:spPr>
          <a:xfrm>
            <a:off x="-1060994" y="451930"/>
            <a:ext cx="2789693" cy="1658599"/>
          </a:xfrm>
          <a:custGeom>
            <a:rect b="b" l="l" r="r" t="t"/>
            <a:pathLst>
              <a:path extrusionOk="0" h="1658599" w="2789693">
                <a:moveTo>
                  <a:pt x="0" y="0"/>
                </a:moveTo>
                <a:lnTo>
                  <a:pt x="2789692" y="0"/>
                </a:lnTo>
                <a:lnTo>
                  <a:pt x="2789692" y="1658600"/>
                </a:lnTo>
                <a:lnTo>
                  <a:pt x="0" y="1658600"/>
                </a:lnTo>
                <a:lnTo>
                  <a:pt x="0" y="0"/>
                </a:lnTo>
                <a:close/>
              </a:path>
            </a:pathLst>
          </a:custGeom>
          <a:blipFill rotWithShape="1">
            <a:blip r:embed="rId3">
              <a:alphaModFix/>
            </a:blip>
            <a:stretch>
              <a:fillRect b="0" l="0" r="0" t="0"/>
            </a:stretch>
          </a:blipFill>
          <a:ln>
            <a:noFill/>
          </a:ln>
        </p:spPr>
      </p:sp>
      <p:sp>
        <p:nvSpPr>
          <p:cNvPr id="451" name="Google Shape;451;p20"/>
          <p:cNvSpPr/>
          <p:nvPr/>
        </p:nvSpPr>
        <p:spPr>
          <a:xfrm>
            <a:off x="-847471" y="-422617"/>
            <a:ext cx="2362646" cy="1404701"/>
          </a:xfrm>
          <a:custGeom>
            <a:rect b="b" l="l" r="r" t="t"/>
            <a:pathLst>
              <a:path extrusionOk="0" h="1404701" w="2362646">
                <a:moveTo>
                  <a:pt x="0" y="0"/>
                </a:moveTo>
                <a:lnTo>
                  <a:pt x="2362646" y="0"/>
                </a:lnTo>
                <a:lnTo>
                  <a:pt x="2362646" y="1404701"/>
                </a:lnTo>
                <a:lnTo>
                  <a:pt x="0" y="1404701"/>
                </a:lnTo>
                <a:lnTo>
                  <a:pt x="0" y="0"/>
                </a:lnTo>
                <a:close/>
              </a:path>
            </a:pathLst>
          </a:custGeom>
          <a:blipFill rotWithShape="1">
            <a:blip r:embed="rId3">
              <a:alphaModFix/>
            </a:blip>
            <a:stretch>
              <a:fillRect b="0" l="0" r="0" t="0"/>
            </a:stretch>
          </a:blipFill>
          <a:ln>
            <a:noFill/>
          </a:ln>
        </p:spPr>
      </p:sp>
      <p:sp>
        <p:nvSpPr>
          <p:cNvPr id="452" name="Google Shape;452;p20"/>
          <p:cNvSpPr/>
          <p:nvPr/>
        </p:nvSpPr>
        <p:spPr>
          <a:xfrm rot="10800000">
            <a:off x="15682795" y="9177967"/>
            <a:ext cx="2789693" cy="1658599"/>
          </a:xfrm>
          <a:custGeom>
            <a:rect b="b" l="l" r="r" t="t"/>
            <a:pathLst>
              <a:path extrusionOk="0" h="1658599" w="2789693">
                <a:moveTo>
                  <a:pt x="2789692" y="1658599"/>
                </a:moveTo>
                <a:lnTo>
                  <a:pt x="0" y="1658599"/>
                </a:lnTo>
                <a:lnTo>
                  <a:pt x="0" y="0"/>
                </a:lnTo>
                <a:lnTo>
                  <a:pt x="2789692" y="0"/>
                </a:lnTo>
                <a:lnTo>
                  <a:pt x="2789692" y="1658599"/>
                </a:lnTo>
                <a:close/>
              </a:path>
            </a:pathLst>
          </a:custGeom>
          <a:blipFill rotWithShape="1">
            <a:blip r:embed="rId3">
              <a:alphaModFix/>
            </a:blip>
            <a:stretch>
              <a:fillRect b="0" l="0" r="0" t="0"/>
            </a:stretch>
          </a:blipFill>
          <a:ln>
            <a:noFill/>
          </a:ln>
        </p:spPr>
      </p:sp>
      <p:sp>
        <p:nvSpPr>
          <p:cNvPr id="453" name="Google Shape;453;p20"/>
          <p:cNvSpPr/>
          <p:nvPr/>
        </p:nvSpPr>
        <p:spPr>
          <a:xfrm rot="10800000">
            <a:off x="16772825" y="9238143"/>
            <a:ext cx="2362646" cy="1404701"/>
          </a:xfrm>
          <a:custGeom>
            <a:rect b="b" l="l" r="r" t="t"/>
            <a:pathLst>
              <a:path extrusionOk="0" h="1404701" w="2362646">
                <a:moveTo>
                  <a:pt x="2362646" y="1404701"/>
                </a:moveTo>
                <a:lnTo>
                  <a:pt x="0" y="1404701"/>
                </a:lnTo>
                <a:lnTo>
                  <a:pt x="0" y="0"/>
                </a:lnTo>
                <a:lnTo>
                  <a:pt x="2362646" y="0"/>
                </a:lnTo>
                <a:lnTo>
                  <a:pt x="2362646" y="1404701"/>
                </a:lnTo>
                <a:close/>
              </a:path>
            </a:pathLst>
          </a:custGeom>
          <a:blipFill rotWithShape="1">
            <a:blip r:embed="rId3">
              <a:alphaModFix/>
            </a:blip>
            <a:stretch>
              <a:fillRect b="0" l="0" r="0" t="0"/>
            </a:stretch>
          </a:blipFill>
          <a:ln>
            <a:noFill/>
          </a:ln>
        </p:spPr>
      </p:sp>
      <p:cxnSp>
        <p:nvCxnSpPr>
          <p:cNvPr id="454" name="Google Shape;454;p20"/>
          <p:cNvCxnSpPr/>
          <p:nvPr/>
        </p:nvCxnSpPr>
        <p:spPr>
          <a:xfrm>
            <a:off x="10539031" y="9519025"/>
            <a:ext cx="5678302" cy="0"/>
          </a:xfrm>
          <a:prstGeom prst="straightConnector1">
            <a:avLst/>
          </a:prstGeom>
          <a:noFill/>
          <a:ln cap="flat" cmpd="sng" w="19050">
            <a:solidFill>
              <a:srgbClr val="E4E5EC"/>
            </a:solidFill>
            <a:prstDash val="solid"/>
            <a:round/>
            <a:headEnd len="sm" w="sm" type="none"/>
            <a:tailEnd len="sm" w="sm" type="none"/>
          </a:ln>
        </p:spPr>
      </p:cxnSp>
      <p:sp>
        <p:nvSpPr>
          <p:cNvPr id="455" name="Google Shape;455;p20"/>
          <p:cNvSpPr/>
          <p:nvPr/>
        </p:nvSpPr>
        <p:spPr>
          <a:xfrm>
            <a:off x="8084644" y="2117421"/>
            <a:ext cx="9869504" cy="6052158"/>
          </a:xfrm>
          <a:custGeom>
            <a:rect b="b" l="l" r="r" t="t"/>
            <a:pathLst>
              <a:path extrusionOk="0" h="6052158" w="9869504">
                <a:moveTo>
                  <a:pt x="0" y="0"/>
                </a:moveTo>
                <a:lnTo>
                  <a:pt x="9869504" y="0"/>
                </a:lnTo>
                <a:lnTo>
                  <a:pt x="9869504" y="6052158"/>
                </a:lnTo>
                <a:lnTo>
                  <a:pt x="0" y="6052158"/>
                </a:lnTo>
                <a:lnTo>
                  <a:pt x="0" y="0"/>
                </a:lnTo>
                <a:close/>
              </a:path>
            </a:pathLst>
          </a:custGeom>
          <a:blipFill rotWithShape="1">
            <a:blip r:embed="rId4">
              <a:alphaModFix/>
            </a:blip>
            <a:stretch>
              <a:fillRect b="-2517" l="-7718" r="-6784" t="-2517"/>
            </a:stretch>
          </a:blipFill>
          <a:ln>
            <a:noFill/>
          </a:ln>
        </p:spPr>
      </p:sp>
      <p:sp>
        <p:nvSpPr>
          <p:cNvPr id="456" name="Google Shape;456;p20"/>
          <p:cNvSpPr txBox="1"/>
          <p:nvPr/>
        </p:nvSpPr>
        <p:spPr>
          <a:xfrm>
            <a:off x="1383661" y="4210350"/>
            <a:ext cx="5927235" cy="691896"/>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US" sz="4800" u="none" cap="none" strike="noStrike">
                <a:solidFill>
                  <a:srgbClr val="F0F2FD"/>
                </a:solidFill>
                <a:latin typeface="Arial"/>
                <a:ea typeface="Arial"/>
                <a:cs typeface="Arial"/>
                <a:sym typeface="Arial"/>
              </a:rPr>
              <a:t>VISTAS DE USUARIO </a:t>
            </a:r>
            <a:endParaRPr/>
          </a:p>
        </p:txBody>
      </p:sp>
      <p:sp>
        <p:nvSpPr>
          <p:cNvPr id="457" name="Google Shape;457;p20"/>
          <p:cNvSpPr txBox="1"/>
          <p:nvPr/>
        </p:nvSpPr>
        <p:spPr>
          <a:xfrm>
            <a:off x="1383650" y="5692321"/>
            <a:ext cx="6816600" cy="69450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US" sz="4800" u="none" cap="none" strike="noStrike">
                <a:solidFill>
                  <a:srgbClr val="FFB02C"/>
                </a:solidFill>
                <a:latin typeface="Ultra"/>
                <a:ea typeface="Ultra"/>
                <a:cs typeface="Ultra"/>
                <a:sym typeface="Ultra"/>
              </a:rPr>
              <a:t>PRINCIPAL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E5EC"/>
        </a:solidFill>
      </p:bgPr>
    </p:bg>
    <p:spTree>
      <p:nvGrpSpPr>
        <p:cNvPr id="461" name="Shape 461"/>
        <p:cNvGrpSpPr/>
        <p:nvPr/>
      </p:nvGrpSpPr>
      <p:grpSpPr>
        <a:xfrm>
          <a:off x="0" y="0"/>
          <a:ext cx="0" cy="0"/>
          <a:chOff x="0" y="0"/>
          <a:chExt cx="0" cy="0"/>
        </a:xfrm>
      </p:grpSpPr>
      <p:sp>
        <p:nvSpPr>
          <p:cNvPr id="462" name="Google Shape;462;p21"/>
          <p:cNvSpPr/>
          <p:nvPr/>
        </p:nvSpPr>
        <p:spPr>
          <a:xfrm>
            <a:off x="10686241" y="0"/>
            <a:ext cx="7601759" cy="10287000"/>
          </a:xfrm>
          <a:custGeom>
            <a:rect b="b" l="l" r="r" t="t"/>
            <a:pathLst>
              <a:path extrusionOk="0" h="1593725" w="1177711">
                <a:moveTo>
                  <a:pt x="0" y="0"/>
                </a:moveTo>
                <a:lnTo>
                  <a:pt x="1177711" y="0"/>
                </a:lnTo>
                <a:lnTo>
                  <a:pt x="1177711" y="1593725"/>
                </a:lnTo>
                <a:lnTo>
                  <a:pt x="0" y="1593725"/>
                </a:lnTo>
                <a:close/>
              </a:path>
            </a:pathLst>
          </a:custGeom>
          <a:blipFill rotWithShape="1">
            <a:blip r:embed="rId3">
              <a:alphaModFix/>
            </a:blip>
            <a:stretch>
              <a:fillRect b="0" l="-59446" r="-43657" t="0"/>
            </a:stretch>
          </a:blipFill>
          <a:ln>
            <a:noFill/>
          </a:ln>
        </p:spPr>
      </p:sp>
      <p:sp>
        <p:nvSpPr>
          <p:cNvPr id="463" name="Google Shape;463;p21"/>
          <p:cNvSpPr/>
          <p:nvPr/>
        </p:nvSpPr>
        <p:spPr>
          <a:xfrm>
            <a:off x="-139536" y="-549566"/>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464" name="Google Shape;464;p21"/>
          <p:cNvSpPr/>
          <p:nvPr/>
        </p:nvSpPr>
        <p:spPr>
          <a:xfrm>
            <a:off x="-1214315" y="479227"/>
            <a:ext cx="2789693" cy="1658599"/>
          </a:xfrm>
          <a:custGeom>
            <a:rect b="b" l="l" r="r" t="t"/>
            <a:pathLst>
              <a:path extrusionOk="0" h="1658599" w="2789693">
                <a:moveTo>
                  <a:pt x="0" y="0"/>
                </a:moveTo>
                <a:lnTo>
                  <a:pt x="2789693" y="0"/>
                </a:lnTo>
                <a:lnTo>
                  <a:pt x="2789693" y="1658599"/>
                </a:lnTo>
                <a:lnTo>
                  <a:pt x="0" y="1658599"/>
                </a:lnTo>
                <a:lnTo>
                  <a:pt x="0" y="0"/>
                </a:lnTo>
                <a:close/>
              </a:path>
            </a:pathLst>
          </a:custGeom>
          <a:blipFill rotWithShape="1">
            <a:blip r:embed="rId4">
              <a:alphaModFix/>
            </a:blip>
            <a:stretch>
              <a:fillRect b="0" l="0" r="0" t="0"/>
            </a:stretch>
          </a:blipFill>
          <a:ln>
            <a:noFill/>
          </a:ln>
        </p:spPr>
      </p:sp>
      <p:sp>
        <p:nvSpPr>
          <p:cNvPr id="465" name="Google Shape;465;p21"/>
          <p:cNvSpPr/>
          <p:nvPr/>
        </p:nvSpPr>
        <p:spPr>
          <a:xfrm>
            <a:off x="-1000792" y="-422617"/>
            <a:ext cx="2362646" cy="1404701"/>
          </a:xfrm>
          <a:custGeom>
            <a:rect b="b" l="l" r="r" t="t"/>
            <a:pathLst>
              <a:path extrusionOk="0" h="1404701" w="2362646">
                <a:moveTo>
                  <a:pt x="0" y="0"/>
                </a:moveTo>
                <a:lnTo>
                  <a:pt x="2362647" y="0"/>
                </a:lnTo>
                <a:lnTo>
                  <a:pt x="2362647" y="1404701"/>
                </a:lnTo>
                <a:lnTo>
                  <a:pt x="0" y="1404701"/>
                </a:lnTo>
                <a:lnTo>
                  <a:pt x="0" y="0"/>
                </a:lnTo>
                <a:close/>
              </a:path>
            </a:pathLst>
          </a:custGeom>
          <a:blipFill rotWithShape="1">
            <a:blip r:embed="rId4">
              <a:alphaModFix/>
            </a:blip>
            <a:stretch>
              <a:fillRect b="0" l="0" r="0" t="0"/>
            </a:stretch>
          </a:blipFill>
          <a:ln>
            <a:noFill/>
          </a:ln>
        </p:spPr>
      </p:sp>
      <p:sp>
        <p:nvSpPr>
          <p:cNvPr id="466" name="Google Shape;466;p21"/>
          <p:cNvSpPr/>
          <p:nvPr/>
        </p:nvSpPr>
        <p:spPr>
          <a:xfrm flipH="1" rot="10800000">
            <a:off x="-139536" y="9177967"/>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4">
              <a:alphaModFix/>
            </a:blip>
            <a:stretch>
              <a:fillRect b="0" l="0" r="0" t="0"/>
            </a:stretch>
          </a:blipFill>
          <a:ln>
            <a:noFill/>
          </a:ln>
        </p:spPr>
      </p:sp>
      <p:sp>
        <p:nvSpPr>
          <p:cNvPr id="467" name="Google Shape;467;p21"/>
          <p:cNvSpPr/>
          <p:nvPr/>
        </p:nvSpPr>
        <p:spPr>
          <a:xfrm flipH="1" rot="10800000">
            <a:off x="-1214315" y="8234368"/>
            <a:ext cx="2789693" cy="1658599"/>
          </a:xfrm>
          <a:custGeom>
            <a:rect b="b" l="l" r="r" t="t"/>
            <a:pathLst>
              <a:path extrusionOk="0" h="1658599" w="2789693">
                <a:moveTo>
                  <a:pt x="0" y="1658599"/>
                </a:moveTo>
                <a:lnTo>
                  <a:pt x="2789693" y="1658599"/>
                </a:lnTo>
                <a:lnTo>
                  <a:pt x="2789693" y="0"/>
                </a:lnTo>
                <a:lnTo>
                  <a:pt x="0" y="0"/>
                </a:lnTo>
                <a:lnTo>
                  <a:pt x="0" y="1658599"/>
                </a:lnTo>
                <a:close/>
              </a:path>
            </a:pathLst>
          </a:custGeom>
          <a:blipFill rotWithShape="1">
            <a:blip r:embed="rId4">
              <a:alphaModFix/>
            </a:blip>
            <a:stretch>
              <a:fillRect b="0" l="0" r="0" t="0"/>
            </a:stretch>
          </a:blipFill>
          <a:ln>
            <a:noFill/>
          </a:ln>
        </p:spPr>
      </p:sp>
      <p:sp>
        <p:nvSpPr>
          <p:cNvPr id="468" name="Google Shape;468;p21"/>
          <p:cNvSpPr/>
          <p:nvPr/>
        </p:nvSpPr>
        <p:spPr>
          <a:xfrm flipH="1" rot="10800000">
            <a:off x="-1000792" y="9238143"/>
            <a:ext cx="2362646" cy="1404701"/>
          </a:xfrm>
          <a:custGeom>
            <a:rect b="b" l="l" r="r" t="t"/>
            <a:pathLst>
              <a:path extrusionOk="0" h="1404701" w="2362646">
                <a:moveTo>
                  <a:pt x="0" y="1404701"/>
                </a:moveTo>
                <a:lnTo>
                  <a:pt x="2362647" y="1404701"/>
                </a:lnTo>
                <a:lnTo>
                  <a:pt x="2362647" y="0"/>
                </a:lnTo>
                <a:lnTo>
                  <a:pt x="0" y="0"/>
                </a:lnTo>
                <a:lnTo>
                  <a:pt x="0" y="1404701"/>
                </a:lnTo>
                <a:close/>
              </a:path>
            </a:pathLst>
          </a:custGeom>
          <a:blipFill rotWithShape="1">
            <a:blip r:embed="rId4">
              <a:alphaModFix/>
            </a:blip>
            <a:stretch>
              <a:fillRect b="0" l="0" r="0" t="0"/>
            </a:stretch>
          </a:blipFill>
          <a:ln>
            <a:noFill/>
          </a:ln>
        </p:spPr>
      </p:sp>
      <p:sp>
        <p:nvSpPr>
          <p:cNvPr id="469" name="Google Shape;469;p21"/>
          <p:cNvSpPr txBox="1"/>
          <p:nvPr/>
        </p:nvSpPr>
        <p:spPr>
          <a:xfrm>
            <a:off x="1618469" y="4836927"/>
            <a:ext cx="7525500" cy="1070400"/>
          </a:xfrm>
          <a:prstGeom prst="rect">
            <a:avLst/>
          </a:prstGeom>
          <a:noFill/>
          <a:ln>
            <a:noFill/>
          </a:ln>
        </p:spPr>
        <p:txBody>
          <a:bodyPr anchorCtr="0" anchor="t" bIns="0" lIns="0" spcFirstLastPara="1" rIns="0" wrap="square" tIns="0">
            <a:spAutoFit/>
          </a:bodyPr>
          <a:lstStyle/>
          <a:p>
            <a:pPr indent="0" lvl="0" marL="0" marR="0" rtl="0" algn="l">
              <a:lnSpc>
                <a:spcPct val="93999"/>
              </a:lnSpc>
              <a:spcBef>
                <a:spcPts val="0"/>
              </a:spcBef>
              <a:spcAft>
                <a:spcPts val="0"/>
              </a:spcAft>
              <a:buNone/>
            </a:pPr>
            <a:r>
              <a:rPr b="1" i="0" lang="en-US" sz="7399" u="none" cap="none" strike="noStrike">
                <a:solidFill>
                  <a:srgbClr val="15193E"/>
                </a:solidFill>
                <a:latin typeface="Ultra"/>
                <a:ea typeface="Ultra"/>
                <a:cs typeface="Ultra"/>
                <a:sym typeface="Ultra"/>
              </a:rPr>
              <a:t>CONCLUSIÓN</a:t>
            </a:r>
            <a:endParaRPr sz="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